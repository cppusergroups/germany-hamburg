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FF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guideOptions xmlns="smNativeData" xmlns:pr="smNativeData" xmlns:p15="http://schemas.microsoft.com/office/powerpoint/2012/main" xmlns:p14="http://schemas.microsoft.com/office/powerpoint/2010/main" xmlns:mc="http://schemas.openxmlformats.org/markup-compatibility/2006" dt="1758125338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 showGuides="1">
      <p:cViewPr varScale="1">
        <p:scale>
          <a:sx n="89" d="100"/>
          <a:sy n="89" d="100"/>
        </p:scale>
        <p:origin x="654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" d="100"/>
        <a:sy n="15" d="100"/>
      </p:scale>
      <p:origin x="0" y="0"/>
    </p:cViewPr>
  </p:sorterViewPr>
  <p:notesViewPr>
    <p:cSldViewPr snapToObjects="1" showGuides="1">
      <p:cViewPr>
        <p:scale>
          <a:sx n="70" d="100"/>
          <a:sy n="70" d="100"/>
        </p:scale>
        <p:origin x="385" y="722"/>
      </p:cViewPr>
      <p:guideLst/>
    </p:cSldViewPr>
  </p:notesViewPr>
  <p:gridSpacing cx="71755" cy="7175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Bereich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AAAAABIEgAAwAMAAAAAAAAmAAAACAAAAP//////////MAAAABQAAAAAAAAAAAD//wAAAQAAAP//AAABAA==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endParaRPr/>
          </a:p>
        </p:txBody>
      </p:sp>
      <p:sp>
        <p:nvSpPr>
          <p:cNvPr id="3" name="ZeitstempelBereich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BcAAAAAAAAwKgAAwAMAAAAAAAAmAAAACAAAAP//////////MAAAABQAAAAAAAAAAAD//wAAAQAAAP//AAABAA=="/>
              </a:ext>
            </a:extLst>
          </p:cNvSpPr>
          <p:nvPr>
            <p:ph type="dt" sz="quarter" idx="1"/>
          </p:nvPr>
        </p:nvSpPr>
        <p:spPr>
          <a:xfrm>
            <a:off x="3886200" y="0"/>
            <a:ext cx="29718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fld id="{3D2E482C-62D0-7BBE-9E96-94EB06D868C1}" type="datetime1">
              <a:t>14.10.2025</a:t>
            </a:fld>
            <a:endParaRPr/>
          </a:p>
        </p:txBody>
      </p:sp>
      <p:sp>
        <p:nvSpPr>
          <p:cNvPr id="4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u+Dj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//////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</p:sp>
      <p:sp>
        <p:nvSpPr>
          <p:cNvPr id="5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//////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r>
              <a:t>Master-Textstil durch Klicken bearbeiten</a:t>
            </a:r>
          </a:p>
          <a:p>
            <a:pPr lvl="1"/>
            <a:r>
              <a:t>Zweite Ebene</a:t>
            </a:r>
          </a:p>
          <a:p>
            <a:pPr lvl="2"/>
            <a:r>
              <a:t>Dritte Ebene</a:t>
            </a:r>
          </a:p>
          <a:p>
            <a:pPr lvl="3"/>
            <a:r>
              <a:t>Vierte Ebene</a:t>
            </a:r>
          </a:p>
          <a:p>
            <a:pPr lvl="4"/>
            <a:r>
              <a:t>Fünfte Ebene</a:t>
            </a:r>
          </a:p>
        </p:txBody>
      </p:sp>
      <p:sp>
        <p:nvSpPr>
          <p:cNvPr id="6" name="FußzeilenBereich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EBHAABIEgAAAEsAAAAAAAAmAAAACAAAAP//////////MAAAABQAAAAAAAAAAAD//wAAAQAAAP//AAABAA=="/>
              </a:ext>
            </a:extLst>
          </p:cNvSpPr>
          <p:nvPr>
            <p:ph type="ftr" sz="quarter" idx="4"/>
          </p:nvPr>
        </p:nvSpPr>
        <p:spPr>
          <a:xfrm>
            <a:off x="0" y="11582400"/>
            <a:ext cx="29718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endParaRPr/>
          </a:p>
        </p:txBody>
      </p:sp>
      <p:sp>
        <p:nvSpPr>
          <p:cNvPr id="7" name="FoliennummerBereich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BcAAEBHAAAwKgAAAEsAAAAAAAAmAAAACAAAAP//////////MAAAABQAAAAAAAAAAAD//wAAAQAAAP//AAABAA=="/>
              </a:ext>
            </a:extLst>
          </p:cNvSpPr>
          <p:nvPr>
            <p:ph type="sldNum" sz="quarter" idx="5"/>
          </p:nvPr>
        </p:nvSpPr>
        <p:spPr>
          <a:xfrm>
            <a:off x="3886200" y="11582400"/>
            <a:ext cx="29718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fld id="{3D2E42EE-A0D0-7BB4-9E96-56E10CD86803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FaQU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6lx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6lx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6lx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MgeT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D48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lwZW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cgUm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BrZX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D48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BkZW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xUAU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xUAU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xUAU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xUAU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D48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4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8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MwBgK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L+L6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grafik1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gAAAAAAAAAAAAAAAAAAAAAAAAAAAAAAAAAAAAAZAAAAAEAAABAAAAAAAAAAAAAAAAAAAAAAAAAAAAAAAAAAAAAAAAAAAAAAAAAAAAAAAAAAAAAAAAAAAAAAAAAAAAAAAAAAAAAAAAAAAAAAAAAAAAAAAAAAAAAAAAAAAAAFAAAADwAAAAB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MCMU6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KAFAAAoIwAAwCEAAAAAAAAmAAAACAAAAP////8AAAAAMAAAABQAAAAAAAAAAAD//wAAAQAAAP//AAABAA=="/>
              </a:ext>
            </a:extLst>
          </p:cNvSpPr>
          <p:nvPr>
            <p:ph type="sldImg" idx="2"/>
          </p:nvPr>
        </p:nvSpPr>
        <p:spPr>
          <a:xfrm>
            <a:off x="1143000" y="914400"/>
            <a:ext cx="4572000" cy="4572000"/>
          </a:xfrm>
          <a:prstGeom prst="rect">
            <a:avLst/>
          </a:prstGeom>
        </p:spPr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D8OC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KAjAAD4JQAAYEUAAAAAAAAmAAAACAAAAP////8AAAAAMAAAABQAAAAAAAAAAAD//wAAAQAAAP//AAABAA=="/>
              </a:ext>
            </a:extLst>
          </p:cNvSpPr>
          <p:nvPr>
            <p:ph type="body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AUAABoNAABgRQAAJhYAABAAAAAmAAAACAAAAAEAAAADAAAAMAAAABQAAAAAAAAAAAD//wAAAQAAAP//AAABAA==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  <a:noFill/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QAsAAOgXAADAPwAAsCIAABAAAAAmAAAACAAAAAGAAAADAAAAMAAAABQAAAAAAAAAAAD//wAAAQAAAP//AAABAA==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noFill/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BsnAABAFQAAWSkAABAAAAAmAAAACAAAAAAAAAAAAAAAMAAAABQAAAAAAAAAAAD//wAAAQAAAP//AAABAA==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D2E5F86-C8D0-7BA9-9E96-3EFC11D8686B}" type="datetime1">
              <a:t>14.10.2025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kA+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BkAABsnAABgMQAAWSkAABAAAAAmAAAACAAAAAAAAAAAAAAAMAAAABQAAAAAAAAAAAD//wAAAQAAAP//AAABAA==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DUAABsnAABARwAAWSkAABAAAAAmAAAACAAAAAAAAAAAAAAAMAAAABQAAAAAAAAAAAD//wAAAQAAAP//AAABAA=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D2E751C-52D0-7B83-9E96-A4D63BD868F1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c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Q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gJAABARwAAsCUAABAAAAAmAAAACAAAAAAAAAAAAAAAMAAAABQAAAAAAAAAAAD//wAAAQAAAP//AAABAA=="/>
              </a:ext>
            </a:extLst>
          </p:cNvSpPr>
          <p:nvPr>
            <p:ph idx="1"/>
          </p:nvPr>
        </p:nvSpPr>
        <p:spPr/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c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BsnAABAFQAAWSkAABAAAAAmAAAACAAAAAAAAAAAAAAAMAAAABQAAAAAAAAAAAD//wAAAQAAAP//AAABAA==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D2E78EA-A4D0-7B8E-9E96-52DB36D86807}" type="datetime1">
              <a:t>14.10.2025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BkAABsnAABgMQAAWSkAABAAAAAmAAAACAAAAAAAAAAAAAAAMAAAABQAAAAAAAAAAAD//wAAAQAAAP//AAABAA==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ICB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DUAABsnAABARwAAWSkAABAAAAAmAAAACAAAAAAAAAAAAAAAMAAAABQAAAAAAAAAAAD//wAAAQAAAP//AAABAA=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D2E6122-6CD0-7B97-9E96-9AC22FD868CF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M0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7QUAABwbAACtRQAAfSMAABAAAAAmAAAACAAAAIGAAAAAAAAAMAAAABQAAAAAAAAAAAD//wAAAQAAAP//AAABAA==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C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+N/4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7QUAAOERAACtRQAAHBsAABAAAAAmAAAACAAAAIGAAAAAAAAAMAAAABQAAAAAAAAAAAD//wAAAQAAAP//AAABAA==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BsnAABAFQAAWSkAABAAAAAmAAAACAAAAAAAAAAAAAAAMAAAABQAAAAAAAAAAAD//wAAAQAAAP//AAABAA==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D2E78E2-ACD0-7B8E-9E96-5ADB36D8680F}" type="datetime1">
              <a:t>14.10.2025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0Z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BkAABsnAABgMQAAWSkAABAAAAAmAAAACAAAAAAAAAAAAAAAMAAAABQAAAAAAAAAAAD//wAAAQAAAP//AAABAA==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s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DUAABsnAABARwAAWSkAABAAAAAmAAAACAAAAAAAAAAAAAAAMAAAABQAAAAAAAAAAAD//wAAAQAAAP//AAABAA=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D2E4FF0-BED0-7BB9-9E96-48EC01D8681D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0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gJAADgJAAAsCUAABAAAAAmAAAACAAAAAGAAAAAAAAAMAAAABQAAAAAAAAAAAD//wAAAQAAAP//AAABAA=="/>
              </a:ext>
            </a:extLst>
          </p:cNvSpPr>
          <p:nvPr>
            <p:ph idx="1"/>
          </p:nvPr>
        </p:nvSpPr>
        <p:spPr>
          <a:xfrm>
            <a:off x="609600" y="1600200"/>
            <a:ext cx="53848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Mz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ICYAANgJAABARwAAsCUAABAAAAAmAAAACAAAAAGAAAAAAAAAMAAAABQAAAAAAAAAAAD//wAAAQAAAP//AAABAA=="/>
              </a:ext>
            </a:extLst>
          </p:cNvSpPr>
          <p:nvPr>
            <p:ph idx="2"/>
          </p:nvPr>
        </p:nvSpPr>
        <p:spPr>
          <a:xfrm>
            <a:off x="6197600" y="1600200"/>
            <a:ext cx="53848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4M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BsnAABAFQAAWSkAABAAAAAmAAAACAAAAAAAAAAAAAAAMAAAABQAAAAAAAAAAAD//wAAAQAAAP//AAABAA==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D2E43F4-BAD0-7BB5-9E96-4CE00DD86819}" type="datetime1">
              <a:t>14.10.2025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U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BkAABsnAABgMQAAWSkAABAAAAAmAAAACAAAAAAAAAAAAAAAMAAAABQAAAAAAAAAAAD//wAAAQAAAP//AAABAA==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o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DUAABsnAABARwAAWSkAABAAAAAmAAAACAAAAAAAAAAAAAAAMAAAABQAAAAAAAAAAAD//wAAAQAAAP//AAABAA=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D2E0EED-A3D0-7BF8-9E96-55AD40D86800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M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C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A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HEJAADiJAAAYQ0AABAAAAAmAAAACAAAAIGAAAAAAAAAMAAAABQAAAAAAAAAAAD//wAAAQAAAP//AAABAA=="/>
              </a:ext>
            </a:extLst>
          </p:cNvSpPr>
          <p:nvPr>
            <p:ph idx="1"/>
          </p:nvPr>
        </p:nvSpPr>
        <p:spPr>
          <a:xfrm>
            <a:off x="609600" y="1534795"/>
            <a:ext cx="5386070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g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GENAADiJAAAsCUAABAAAAAmAAAACAAAAAGAAAAAAAAAMAAAABQAAAAAAAAAAAD//wAAAQAAAP//AAABAA=="/>
              </a:ext>
            </a:extLst>
          </p:cNvSpPr>
          <p:nvPr>
            <p:ph idx="2"/>
          </p:nvPr>
        </p:nvSpPr>
        <p:spPr>
          <a:xfrm>
            <a:off x="609600" y="2174875"/>
            <a:ext cx="5386070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C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Fs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HSYAAHEJAABARwAAYQ0AABAAAAAmAAAACAAAAIGAAAAAAAAAMAAAABQAAAAAAAAAAAD//wAAAQAAAP//AAABAA==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Y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HSYAAGENAABARwAAsCUAABAAAAAmAAAACAAAAAGAAAAAAAAAMAAAABQAAAAAAAAAAAD//wAAAQAAAP//AAABAA==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c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BsnAABAFQAAWSkAABAAAAAmAAAACAAAAAAAAAAAAAAAMAAAABQAAAAAAAAAAAD//wAAAQAAAP//AAABAA==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D2E4CFD-B3D0-7BBA-9E96-45EF02D86810}" type="datetime1">
              <a:t>14.10.2025</a:t>
            </a:fld>
            <a:endParaRPr/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c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BkAABsnAABgMQAAWSkAABAAAAAmAAAACAAAAAAAAAAAAAAAMAAAABQAAAAAAAAAAAD//wAAAQAAAP//AAABAA==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DUAABsnAABARwAAWSkAABAAAAAmAAAACAAAAAAAAAAAAAAAMAAAABQAAAAAAAAAAAD//wAAAQAAAP//AAABAA=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D2E63C1-8FD0-7B95-9E96-79C02DD8682C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42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BsnAABAFQAAWSkAABAAAAAmAAAACAAAAAAAAAAAAAAAMAAAABQAAAAAAAAAAAD//wAAAQAAAP//AAABAA==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D2E2114-5AD0-7BD7-9E96-AC826FD868F9}" type="datetime1">
              <a:t>14.10.2025</a:t>
            </a:fld>
            <a:endParaRPr/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BkAABsnAABgMQAAWSkAABAAAAAmAAAACAAAAAAAAAAAAAAAMAAAABQAAAAAAAAAAAD//wAAAQAAAP//AAABAA==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4n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DUAABsnAABARwAAWSkAABAAAAAmAAAACAAAAAAAAAAAAAAAMAAAABQAAAAAAAAAAAD//wAAAQAAAP//AAABAA=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D2E3E49-07D0-7BC8-9E96-F19D70D868A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o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BsnAABAFQAAWSkAABAAAAAmAAAACAAAAAAAAAAAAAAAMAAAABQAAAAAAAAAAAD//wAAAQAAAP//AAABAA==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D2E4594-DAD0-7BB3-9E96-2CE60BD86879}" type="datetime1">
              <a:t>14.10.2025</a:t>
            </a:fld>
            <a:endParaRPr/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BkAABsnAABgMQAAWSkAABAAAAAmAAAACAAAAAAAAAAAAAAAMAAAABQAAAAAAAAAAAD//wAAAQAAAP//AAABAA==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8A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DUAABsnAABARwAAWSkAABAAAAAmAAAACAAAAAAAAAAAAAAAMAAAABQAAAAAAAAAAAD//wAAAQAAAP//AAABAA=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D2E5AB3-FDD0-7BAC-9E96-0BF914D8685E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C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K4BAABtHAAA1AgAABAAAAAmAAAACAAAAIGAAAAAAAAAMAAAABQAAAAAAAAAAAD//wAAAQAAAP//AAABAA==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MI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Uh0AAK4BAABARwAAsCUAABAAAAAmAAAACAAAAAGAAAAAAAAAMAAAABQAAAAAAAAAAAD//wAAAQAAAP//AAABAA=="/>
              </a:ext>
            </a:extLst>
          </p:cNvSpPr>
          <p:nvPr>
            <p:ph idx="1"/>
          </p:nvPr>
        </p:nvSpPr>
        <p:spPr>
          <a:xfrm>
            <a:off x="4766310" y="273050"/>
            <a:ext cx="6816090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EIO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QIAABtHAAAsCUAABAAAAAmAAAACAAAAAGAAAAAAAAAMAAAABQAAAAAAAAAAAD//wAAAQAAAP//AAABAA==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4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BsnAABAFQAAWSkAABAAAAAmAAAACAAAAAAAAAAAAAAAMAAAABQAAAAAAAAAAAD//wAAAQAAAP//AAABAA==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D2E7A98-D6D0-7B8C-9E96-20D934D86875}" type="datetime1">
              <a:t>14.10.2025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8A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BkAABsnAABgMQAAWSkAABAAAAAmAAAACAAAAAAAAAAAAAAAMAAAABQAAAAAAAAAAAD//wAAAQAAAP//AAABAA==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cq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DUAABsnAABARwAAWSkAABAAAAAmAAAACAAAAAAAAAAAAAAAMAAAABQAAAAAAAAAAAD//wAAAQAAAP//AAABAA=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D2E4CD0-9ED0-7BBA-9E96-68EF02D8683D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Grafik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C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8An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sg4AAIgdAACyOwAABCEAABAAAAAmAAAACAAAAIGAAAAAAAAAMAAAABQAAAAAAAAAAAD//wAAAQAAAP//AAABAA=="/>
              </a:ext>
            </a:extLst>
          </p:cNvSpPr>
          <p:nvPr>
            <p:ph type="title"/>
          </p:nvPr>
        </p:nvSpPr>
        <p:spPr>
          <a:xfrm>
            <a:off x="2388870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Fs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sg4AAMYDAACyOwAAFh0AABAAAAAmAAAACAAAAAGAAAAAAAAAMAAAABQAAAAAAAAAAAD//wAAAQAAAP//AAABAA=="/>
              </a:ext>
            </a:extLst>
          </p:cNvSpPr>
          <p:nvPr>
            <p:ph idx="1"/>
          </p:nvPr>
        </p:nvSpPr>
        <p:spPr>
          <a:xfrm>
            <a:off x="2388870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w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sg4AAAQhAACyOwAA+CUAABAAAAAmAAAACAAAAAGAAAAAAAAAMAAAABQAAAAAAAAAAAD//wAAAQAAAP//AAABAA=="/>
              </a:ext>
            </a:extLst>
          </p:cNvSpPr>
          <p:nvPr>
            <p:ph idx="2"/>
          </p:nvPr>
        </p:nvSpPr>
        <p:spPr>
          <a:xfrm>
            <a:off x="2388870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U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BsnAABAFQAAWSkAABAAAAAmAAAACAAAAAAAAAAAAAAAMAAAABQAAAAAAAAAAAD//wAAAQAAAP//AAABAA==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D2E1632-7CD0-7BE0-9E96-8AB558D868DF}" type="datetime1">
              <a:t>14.10.2025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Do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BkAABsnAABgMQAAWSkAABAAAAAmAAAACAAAAAAAAAAAAAAAMAAAABQAAAAAAAAAAAD//wAAAQAAAP//AAABAA==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g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DUAABsnAABARwAAWSkAABAAAAAmAAAACAAAAAAAAAAAAAAAMAAAABQAAAAAAAAAAAD//wAAAQAAAP//AAABAA=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D2E5E86-C8D0-7BA8-9E96-3EFD10D8686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IYi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Q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kl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gJAABARwAAsCUAABAAAAAmAAAACAAAAAIAAAAAAAAAMAAAABQAAAAAAAAAAAD//wAAAQAAAP//AAABAA==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o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BsnAABAFQAAWSkAABAAAAAmAAAACAAAAAAAAAAAAAAAMAAAABQAAAAAAAAAAAD//wAAAQAAAP//AAABAA==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D2E68E6-A8D0-7B9E-9E96-5ECB26D8680B}" type="datetime1">
              <a:t>14.10.2025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0k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BkAABsnAABgMQAAWSkAABAAAAAmAAAACAAAAAAAAAAAAAAAMAAAABQAAAAAAAAAAAD//wAAAQAAAP//AAABAA==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c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DUAABsnAABARwAAWSkAABAAAAAmAAAACAAAAAAAAAAAAAAAMAAAABQAAAAAAAAAAAD//wAAAQAAAP//AAABAA=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D2E0023-6DD0-7BF6-9E96-9BA34ED868CE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CAAAAAQ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Mc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YDYAALABAABARwAAsCUAABAAAAAmAAAACAAAAIMAAAAAAAAAMAAAABQAAAAAAAAAAAD//wAAAQAAAP//AAABAA==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Q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I4n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AgNQAAsCUAABAAAAAmAAAACAAAAAMAAAAAAAAAMAAAABQAAAAAAAAAAAD//wAAAQAAAP//AAABAA=="/>
              </a:ext>
            </a:extLst>
          </p:cNvSpPr>
          <p:nvPr>
            <p:ph idx="1"/>
          </p:nvPr>
        </p:nvSpPr>
        <p:spPr>
          <a:xfrm>
            <a:off x="609600" y="274320"/>
            <a:ext cx="8026400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M0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BsnAABAFQAAWSkAABAAAAAmAAAACAAAAAAAAAAAAAAAMAAAABQAAAAAAAAAAAD//wAAAQAAAP//AAABAA==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3D2E19AF-E1D0-7BEF-9E96-17BA57D86842}" type="datetime1">
              <a:t>14.10.2025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g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BkAABsnAABgMQAAWSkAABAAAAAmAAAACAAAAAAAAAAAAAAAMAAAABQAAAAAAAAAAAD//wAAAQAAAP//AAABAA==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M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DUAABsnAABARwAAWSkAABAAAAAmAAAACAAAAAAAAAAAAAAAMAAAABQAAAAAAAAAAAD//wAAAQAAAP//AAABAA==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D2E1FE5-ABD0-7BE9-9E96-5DBC51D86808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ark skies">
    <p:bg>
      <p:bgPr>
        <a:blipFill>
          <a:blip r:embed="rId13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P//////////MAAAABQAAAAAAAAAAAD//wAAAQAAAP//AAAB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8A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gJAABARwAAsCUAABAAAAAmAAAACAAAAP//////////MAAAABQAAAAAAAAAAAD//wAAAQAAAP//AAABAA==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BsnAABAFQAAWSkAABAAAAAmAAAACAAAAP//////////MAAAABQAAAAAAAAAAAD//wAAAQAAAP//AAABAA==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fld id="{3D2E3E8F-C1D0-7BC8-9E96-379D70D86862}" type="datetime1">
              <a:t>14.10.2025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KQ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BkAABsnAABgMQAAWSkAABAAAAAmAAAACAAAAP//////////MAAAABQAAAAAAAAAAAD//wAAAQAAAP//AAABAA=="/>
              </a:ext>
            </a:extLst>
          </p:cNvSpPr>
          <p:nvPr>
            <p:ph type="ftr" sz="quarter" idx="3"/>
          </p:nvPr>
        </p:nvSpPr>
        <p:spPr>
          <a:xfrm>
            <a:off x="4165600" y="6356985"/>
            <a:ext cx="3860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DUAABsnAABARwAAWSkAABAAAAAmAAAACAAAAP//////////MAAAABQAAAAAAAAAAAD//wAAAQAAAP//AAABAA=="/>
              </a:ext>
            </a:extLst>
          </p:cNvSpPr>
          <p:nvPr>
            <p:ph type="sldNum" sz="quarter" idx="4"/>
          </p:nvPr>
        </p:nvSpPr>
        <p:spPr>
          <a:xfrm>
            <a:off x="8737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fld id="{3D2E7232-7CD0-7B84-9E96-8AD13CD868DF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marR="0" indent="0" algn="ctr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0"/>
          <a:ea typeface="SimSun" charset="0"/>
          <a:cs typeface="Times New Roman" pitchFamily="1" charset="0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9pPr>
    </p:titleStyle>
    <p:bodyStyle>
      <a:lvl1pPr marL="342900" marR="0" indent="-3429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1pPr>
      <a:lvl2pPr marL="742950" marR="0" indent="-28575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2pPr>
      <a:lvl3pPr marL="1143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3pPr>
      <a:lvl4pPr marL="1600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4pPr>
      <a:lvl5pPr marL="20574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5pPr>
      <a:lvl6pPr marL="25146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6pPr>
      <a:lvl7pPr marL="29718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7pPr>
      <a:lvl8pPr marL="3429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8pPr>
      <a:lvl9pPr marL="3886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9pPr>
    </p:bodyStyle>
    <p:other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A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oAUAABoNAABgRQAAJhYAAAAAAAAmAAAACAAAAAEAAAAAAAAAMAAAABQAAAAAAAAAAAD//wAAAQAAAP//AAABAA==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r>
              <a:t>COBOL und C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A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QAsAAOgXAADAPwAAsCIAAAAAAAAmAAAACAAAAAEAAAAAAAAAMAAAABQAAAAAAAAAAAD//wAAAQAAAP//AAABAA==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/>
          <a:p>
            <a:r>
              <a:t>C++ UG HH 17.09.2025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AAAAAAmAAAACAAAAAEAAAAAAAAAMAAAABQAAAAAAAAAAAD//wAAAQAAAP//AAAB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/>
          <a:p>
            <a:r>
              <a:t>C - Programm Teil 1</a:t>
            </a:r>
          </a:p>
        </p:txBody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gJAABARwAAsCUAAA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/>
          <a:lstStyle/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#include &lt;string.h&gt;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extern int cob_init(int argc, char **argv);</a:t>
            </a:r>
          </a:p>
          <a:p>
            <a:pPr marL="0" indent="0">
              <a:buNone/>
            </a:pPr>
            <a:r>
              <a:t>extern void cob_stop_run(int status);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extern void cobol_sub(int *num1, int *num2, int *sum, char *message);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AAAAAAmAAAACAAAAAEAAAAAAAAAMAAAABQAAAAAAAAAAAD//wAAAQAAAP//AAAB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/>
          <a:p>
            <a:r>
              <a:t>C-Programm Teil 2</a:t>
            </a:r>
          </a:p>
        </p:txBody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O6lx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cJAADzRwAAKygAAA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09600" y="1599565"/>
            <a:ext cx="11086465" cy="4930140"/>
          </a:xfrm>
        </p:spPr>
        <p:txBody>
          <a:bodyPr/>
          <a:lstStyle/>
          <a:p>
            <a:pPr marL="0" indent="0">
              <a:buNone/>
              <a:defRPr sz="2400" cap="none"/>
            </a:pPr>
            <a:r>
              <a:t>int main(int argc, char *argv[]) {</a:t>
            </a:r>
          </a:p>
          <a:p>
            <a:pPr marL="0" indent="0">
              <a:buNone/>
              <a:defRPr sz="2400" cap="none"/>
            </a:pPr>
            <a:r>
              <a:t>    </a:t>
            </a:r>
          </a:p>
          <a:p>
            <a:pPr marL="0" indent="0">
              <a:buNone/>
              <a:defRPr sz="2400" cap="none"/>
            </a:pPr>
            <a:r>
              <a:t>    if (cob_init(argc, argv) != 0) {</a:t>
            </a:r>
          </a:p>
          <a:p>
            <a:pPr marL="0" indent="0">
              <a:buNone/>
              <a:defRPr sz="2400" cap="none"/>
            </a:pPr>
            <a:r>
              <a:t>        fprintf(stderr, "Error: Failed to initialize GnuCOBOL runtime.\n");</a:t>
            </a:r>
          </a:p>
          <a:p>
            <a:pPr marL="0" indent="0">
              <a:buNone/>
              <a:defRPr sz="2400" cap="none"/>
            </a:pPr>
            <a:r>
              <a:t>        return 1;</a:t>
            </a:r>
          </a:p>
          <a:p>
            <a:pPr marL="0" indent="0">
              <a:buNone/>
              <a:defRPr sz="2400" cap="none"/>
            </a:pPr>
            <a:r>
              <a:t>    }</a:t>
            </a:r>
          </a:p>
          <a:p>
            <a:pPr marL="0" indent="0">
              <a:buNone/>
              <a:defRPr sz="2400" cap="none"/>
            </a:pPr>
            <a:endParaRPr/>
          </a:p>
          <a:p>
            <a:pPr marL="0" indent="0">
              <a:buNone/>
              <a:defRPr sz="2400" cap="none"/>
            </a:pPr>
            <a:r>
              <a:t>    int a = 15;</a:t>
            </a:r>
          </a:p>
          <a:p>
            <a:pPr marL="0" indent="0">
              <a:buNone/>
              <a:defRPr sz="2400" cap="none"/>
            </a:pPr>
            <a:r>
              <a:t>    int b = 27;</a:t>
            </a:r>
          </a:p>
          <a:p>
            <a:pPr marL="0" indent="0">
              <a:buNone/>
              <a:defRPr sz="2400" cap="none"/>
            </a:pPr>
            <a:r>
              <a:t>    int the_sum = 0; </a:t>
            </a:r>
          </a:p>
          <a:p>
            <a:pPr marL="0" indent="0">
              <a:buNone/>
              <a:defRPr sz="2400" cap="none"/>
            </a:pPr>
            <a:r>
              <a:t>    char message_from_cobol[51];</a:t>
            </a:r>
          </a:p>
          <a:p>
            <a:pPr marL="0" indent="0">
              <a:buNone/>
            </a:pPr>
            <a:r>
              <a:rPr sz="2400" cap="none"/>
              <a:t>    memset(message_from_cobol, 0, </a:t>
            </a:r>
            <a:r>
              <a:t>sizeof(message_from_cobol));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O6lx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AAAAAAmAAAACAAAAAEAAAAAAAAAMAAAABQAAAAAAAAAAAD//wAAAQAAAP//AAAB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/>
          <a:p>
            <a:r>
              <a:t>C-Programm Teil 3</a:t>
            </a:r>
          </a:p>
        </p:txBody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gJAABARwAAsCUAAA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/>
          <a:lstStyle/>
          <a:p>
            <a:pPr marL="0" indent="0">
              <a:buNone/>
            </a:pPr>
            <a:r>
              <a:t>    printf("C: Calling COBOL subprogram with a=%d, b=%d\n", a, b);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    cobol_sub(&amp;a, &amp;b, &amp;the_sum, message_from_cobol);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    printf("C: Back from COBOL.\n");</a:t>
            </a:r>
          </a:p>
          <a:p>
            <a:pPr marL="0" indent="0">
              <a:buNone/>
            </a:pPr>
            <a:r>
              <a:t>    printf("C: Message received: '%s'\n", message_from_cobol);</a:t>
            </a:r>
          </a:p>
          <a:p>
            <a:pPr marL="0" indent="0">
              <a:buNone/>
            </a:pPr>
            <a:r>
              <a:t>    printf("C: Sum received: %d\n", the_sum);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AAAAAAmAAAACAAAAAEAAAAAAAAAMAAAABQAAAAAAAAAAAD//wAAAQAAAP//AAAB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/>
          <a:p>
            <a:r>
              <a:t>C-Programm Teil 4</a:t>
            </a:r>
          </a:p>
        </p:txBody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gJAABARwAAsCUAAA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/>
          <a:lstStyle/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    cob_stop_run(0);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    return 0;</a:t>
            </a:r>
          </a:p>
          <a:p>
            <a:pPr marL="0" indent="0">
              <a:buNone/>
            </a:pPr>
            <a:r>
              <a:t>}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AAAAAAmAAAACAAAAAEAAAAAAAAAMAAAABQAAAAAAAAAAAD//wAAAQAAAP//AAAB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/>
          <a:p>
            <a:r>
              <a:t>COBOL-Unterprogramm Teil 1</a:t>
            </a:r>
          </a:p>
        </p:txBody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O6lx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gJAABARwAAsCUAAA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/>
          <a:lstStyle/>
          <a:p>
            <a:pPr marL="0" indent="0">
              <a:buNone/>
              <a:defRPr sz="2400" cap="none"/>
            </a:pPr>
            <a:r>
              <a:t>       IDENTIFICATION DIVISION.</a:t>
            </a:r>
          </a:p>
          <a:p>
            <a:pPr marL="0" indent="0">
              <a:buNone/>
              <a:defRPr sz="2400" cap="none"/>
            </a:pPr>
            <a:r>
              <a:t>       PROGRAM-ID. cobol_sub.</a:t>
            </a:r>
          </a:p>
          <a:p>
            <a:pPr marL="0" indent="0">
              <a:buNone/>
              <a:defRPr sz="2400" cap="none"/>
            </a:pPr>
            <a:endParaRPr/>
          </a:p>
          <a:p>
            <a:pPr marL="0" indent="0">
              <a:buNone/>
              <a:defRPr sz="2400" cap="none"/>
            </a:pPr>
            <a:r>
              <a:t>       DATA DIVISION.</a:t>
            </a:r>
          </a:p>
          <a:p>
            <a:pPr marL="0" indent="0">
              <a:buNone/>
              <a:defRPr sz="2400" cap="none"/>
            </a:pPr>
            <a:r>
              <a:t>       LINKAGE SECTION.</a:t>
            </a:r>
          </a:p>
          <a:p>
            <a:pPr marL="0" indent="0">
              <a:buNone/>
              <a:defRPr sz="2400" cap="none"/>
            </a:pPr>
            <a:r>
              <a:t>       01 LNK-NUM1              PIC S9(9) COMP-5.</a:t>
            </a:r>
          </a:p>
          <a:p>
            <a:pPr marL="0" indent="0">
              <a:buNone/>
              <a:defRPr sz="2400" cap="none"/>
            </a:pPr>
            <a:r>
              <a:t>       01 LNK-NUM2              PIC S9(9) COMP-5.</a:t>
            </a:r>
          </a:p>
          <a:p>
            <a:pPr marL="0" indent="0">
              <a:buNone/>
              <a:defRPr sz="2400" cap="none"/>
            </a:pPr>
            <a:r>
              <a:t>       01 LNK-SUM                 PIC S9(9) COMP-5.</a:t>
            </a:r>
          </a:p>
          <a:p>
            <a:pPr marL="0" indent="0">
              <a:buNone/>
              <a:defRPr sz="2400" cap="none"/>
            </a:pPr>
            <a:r>
              <a:t>       01 LNK-MESSAGE        PIC X(50).</a:t>
            </a:r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AAAAAAmAAAACAAAAAEAAAAAAAAAMAAAABQAAAAAAAAAAAD//wAAAQAAAP//AAAB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/>
          <a:p>
            <a:r>
              <a:t>COBOL-Unterprogramm Teil 2</a:t>
            </a:r>
          </a:p>
        </p:txBody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FsP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gJAABARwAAsCUAAA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/>
          <a:lstStyle/>
          <a:p>
            <a:pPr marL="0" indent="0">
              <a:buNone/>
              <a:defRPr sz="2400" cap="none"/>
            </a:pPr>
            <a:r>
              <a:t>       PROCEDURE DIVISION USING LNK-NUM1, LNK-NUM2, LNK-SUM, </a:t>
            </a:r>
          </a:p>
          <a:p>
            <a:pPr marL="0" indent="0">
              <a:buNone/>
              <a:defRPr sz="2400" cap="none"/>
            </a:pPr>
            <a:r>
              <a:t>           LNK-MESSAGE.</a:t>
            </a:r>
          </a:p>
          <a:p>
            <a:pPr marL="0" indent="0">
              <a:buNone/>
              <a:defRPr sz="2400" cap="none"/>
            </a:pPr>
            <a:endParaRPr/>
          </a:p>
          <a:p>
            <a:pPr marL="0" indent="0">
              <a:buNone/>
              <a:defRPr sz="2400" cap="none"/>
            </a:pPr>
            <a:r>
              <a:t>           COMPUTE LNK-SUM = LNK-NUM1 + LNK-NUM2</a:t>
            </a:r>
          </a:p>
          <a:p>
            <a:pPr marL="0" indent="0">
              <a:buNone/>
              <a:defRPr sz="2400" cap="none"/>
            </a:pPr>
            <a:endParaRPr/>
          </a:p>
          <a:p>
            <a:pPr marL="0" indent="0">
              <a:buNone/>
              <a:defRPr sz="2400" cap="none"/>
            </a:pPr>
            <a:r>
              <a:t>           MOVE "Hello from GnuCOBOL!" TO LNK-MESSAGE</a:t>
            </a:r>
          </a:p>
          <a:p>
            <a:pPr marL="0" indent="0">
              <a:buNone/>
              <a:defRPr sz="2400" cap="none"/>
            </a:pPr>
            <a:endParaRPr/>
          </a:p>
          <a:p>
            <a:pPr marL="0" indent="0">
              <a:buNone/>
              <a:defRPr sz="2400" cap="none"/>
            </a:pPr>
            <a:r>
              <a:t>      *&gt; X"00" is the hexadecimal representation of the null byte.</a:t>
            </a:r>
          </a:p>
          <a:p>
            <a:pPr marL="0" indent="0">
              <a:buNone/>
              <a:defRPr sz="2400" cap="none"/>
            </a:pPr>
            <a:r>
              <a:t>           MOVE X"00" TO LNK-MESSAGE(22:1)</a:t>
            </a:r>
          </a:p>
          <a:p>
            <a:pPr marL="0" indent="0">
              <a:buNone/>
              <a:defRPr sz="2400" cap="none"/>
            </a:pPr>
            <a:endParaRPr/>
          </a:p>
          <a:p>
            <a:pPr marL="0" indent="0">
              <a:buNone/>
              <a:defRPr sz="2400" cap="none"/>
            </a:pPr>
            <a:r>
              <a:t>           GOBACK.</a:t>
            </a:r>
          </a:p>
          <a:p>
            <a:pPr marL="0" indent="0">
              <a:buNone/>
              <a:defRPr sz="2400" cap="none"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9mZm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AAAAAAmAAAACAAAAAEAAAAAAAAAMAAAABQAAAAAAAAAAAD//wAAAQAAAP//AAAB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/>
          <a:p>
            <a:r>
              <a:t>Compilieren / Linken</a:t>
            </a:r>
          </a:p>
        </p:txBody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gJAABARwAAsCUAAA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/>
          <a:lstStyle/>
          <a:p>
            <a:r>
              <a:t>cobc -c sub.cob</a:t>
            </a:r>
          </a:p>
          <a:p>
            <a:r>
              <a:t>gcc -c main.c</a:t>
            </a:r>
          </a:p>
          <a:p>
            <a:r>
              <a:t>gcc -o c-calls-cobol main.o sub.o -lcob</a:t>
            </a:r>
          </a:p>
          <a:p>
            <a:endParaRPr/>
          </a:p>
          <a:p>
            <a:r>
              <a:t>./c-calls-cobol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lien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A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HxUAU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NgJAABARwAAsCUAAAAAAAAmAAAACAAAAAEAAAAAAAAAMAAAABQAAAAAAAAAAAD//wAAAQAAAP//AAABAA==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</p:spPr>
        <p:txBody>
          <a:bodyPr/>
          <a:lstStyle/>
          <a:p>
            <a:pPr marL="0" indent="0">
              <a:buNone/>
            </a:pPr>
            <a:r>
              <a:t>astro@MU-TH-R-182:~/prj/cobol$ ./c-calls-cobol</a:t>
            </a:r>
          </a:p>
          <a:p>
            <a:pPr marL="0" indent="0">
              <a:buNone/>
            </a:pPr>
            <a:r>
              <a:t>Here is C speaking...</a:t>
            </a:r>
          </a:p>
          <a:p>
            <a:pPr marL="0" indent="0">
              <a:buNone/>
            </a:pPr>
            <a:r>
              <a:t>C: Calling COBOL subprogram with a=15, b=27</a:t>
            </a:r>
          </a:p>
          <a:p>
            <a:pPr marL="0" indent="0">
              <a:buNone/>
            </a:pPr>
            <a:r>
              <a:t>C: Back from COBOL.</a:t>
            </a:r>
          </a:p>
          <a:p>
            <a:pPr marL="0" indent="0">
              <a:buNone/>
            </a:pPr>
            <a:r>
              <a:t>C: Message received: 'Hello from GnuCOBOL! '</a:t>
            </a:r>
          </a:p>
          <a:p>
            <a:pPr marL="0" indent="0">
              <a:buNone/>
            </a:pPr>
            <a:r>
              <a:t>C: Sum received: 42</a:t>
            </a:r>
          </a:p>
          <a:p>
            <a:pPr marL="0" indent="0">
              <a:buNone/>
            </a:pPr>
            <a:r>
              <a:t>astro@MU-TH-R-182:~/prj/cobol$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BpAG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Grafik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8_Gt3KaBMAAAAlAAAAEQAAAC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mD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FUfAUBVHwBAAAAAAAAAAAAAAAAAAAAAAAAAAAAAAAAAAAAAAAAAAD///8Cf39/AICAgAPMzMwAwMD/AH9/fwAAAAAAAAAAAAAAAAD///8AAAAAACEAAAAYAAAAFAAAAGYPAABICQAAtToAADAqAAAA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503170" y="1508760"/>
            <a:ext cx="7040245" cy="534924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80AEF94-5E9E-06E8-A79B-CA071EC80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905" y="1459976"/>
            <a:ext cx="9758680" cy="51259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Grafik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8_Gt3KaBMAAAAlAAAAEQAAAC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mD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FUfAUBVHwBAAAAAAAAAAAAAAAAAAAAAAAAAAAAAAAAAAAAAAAAAAD///8Cf39/AICAgAPMzMwAwMD/AH9/fwAAAAAAAAAAAAAAAAD///8AAAAAACEAAAAYAAAAFAAAAFwIAAC4CAAApEIAAH4pAAAA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417320"/>
            <a:ext cx="9474200" cy="53276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Grafik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8_Gt3KaBMAAAAlAAAAEQAAAC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mD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FUfAUBVHwBAAAAAAAAAAAAAAAAAAAAAAAAAAAAAAAAAAAAAAAAAAD///8Cf39/AICAgAPMzMwAwMD/AH9/fwAAAAAAAAAAAAAAAAD///8AAAAAACEAAAAYAAAAFAAAAHUHAAC4CAAAIUAAAA0pAAAA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212215" y="1417320"/>
            <a:ext cx="9212580" cy="52558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D48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Grafik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8_Gt3KaBMAAAAlAAAAEQAAAC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mD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FUfAUBVHwBAAAAAAAAAAAAAAAAAAAAAAAAAAAAAAAAAAAAAAAAAAD///8Cf39/AICAgAPMzMwAwMD/AH9/fwAAAAAAAAAAAAAAAAD///8AAAAAACEAAAAYAAAAFAAAAHAIAAC4CAAAkEIAAJwoAAAA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7320"/>
            <a:ext cx="9448800" cy="518414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Grafik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8_Gt3KaBMAAAAlAAAAEQAAAC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mD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FUfAUBVHwBAAAAAAAAAAAAAAAAAAAAAAAAAAAAAAAAAAAAAAAAAAD///8Cf39/AICAgAPMzMwAwMD/AH9/fwAAAAAAAAAAAAAAAAD///8AAAAAACEAAAAYAAAAFAAAAJAMAAC4CAAAcD4AAH4pAAAA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042160" y="1417320"/>
            <a:ext cx="8107680" cy="53276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6_Gt3KaBMAAAAlAAAAZAAAAA8BAAAAkAAAAEgAAACQAAAASAAAAAAAAAABAAAAAAAAAAEAAABQAAAAAAAAAAAA4D8AAAAAAADgPwAAAAAAAOA/AAAAAAAA4D8AAAAAAADgPwAAAAAAAOA/AAAAAAAA4D8AAAAAAADgPwAAAAAAAOA/AAAAAAAA4D8CAAAAjAAAAAEAAAAAAAAAAVR8DAFUfA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OAh26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VR8BQFUfAEAAAAAAAAAAAAAAAAAAAAAAAAAAAAAAAAAAAAAAAAAAP///wJ/f38AgICAA8zMzADAwP8Af39/AAAAAAAAAAAAAAAAAAAAAAAAAAAAIQAAABgAAAAUAAAAwAMAALABAABARwAAuAgAABAAAAAmAAAACAAAAAAAAAAAAAAAMAAAABQAAAAAAAAAAAD//wAAAQAAAP//AAABAA==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Grafik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8_Gt3KaBMAAAAlAAAAEQAAAC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mD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FUfAUBVHwBAAAAAAAAAAAAAAAAAAAAAAAAAAAAAAAAAAAAAAAAAAD///8Cf39/AICAgAPMzMwAwMD/AH9/fwAAAAAAAAAAAAAAAAD///8AAAAAACEAAAAYAAAAFAAAAM0MAACaGQAAqT8AAEonAAAAAAAAJgAAAAgAAAD//////////zAAAAAUAAAAAAAAAAAA//8AAAEAAAD//wAAAQA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080895" y="4161790"/>
            <a:ext cx="8267700" cy="222504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Grafik2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8_Gt3KaBMAAAAlAAAAEQAAAC8BAAAAkAAAAEgAAACQAAAASAAAAAAAAAAAAAAAAAAAAAEAAABQAAAAAAAAAAAA4D8AAAAAAADgPwAAAAAAAOA/AAAAAAAA4D8AAAAAAADgPwAAAAAAAOA/AAAAAAAA4D8AAAAAAADgPwAAAAAAAOA/AAAAAAAA4D8CAAAAjAAAAAAAAAAAAAAAAVR8DAFUfA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BmD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FUfAUBVHwBAAAAAAAAAAAAAAAAAAAAAAAAAAAAAAAAAAAAAAAAAAD///8Cf39/AICAgAPMzMwAwMD/AH9/fwAAAAAAAAAAAAAAAAD///8AAAAAACEAAAAYAAAAFAAAABkSAAAnCgAACTcAABsWAAAAAAAAJgAAAAgAAAD//////////zAAAAAUAAAAAAAAAAAA//8AAAEAAAD//wAAAQA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2941955" y="1650365"/>
            <a:ext cx="6004560" cy="19431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FFFFFF"/>
      </a:dk1>
      <a:lt1>
        <a:srgbClr val="01547C"/>
      </a:lt1>
      <a:dk2>
        <a:srgbClr val="BBE0E3"/>
      </a:dk2>
      <a:lt2>
        <a:srgbClr val="808080"/>
      </a:lt2>
      <a:accent1>
        <a:srgbClr val="01547C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02E3FD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FFFFFF"/>
        </a:dk1>
        <a:lt1>
          <a:srgbClr val="01547C"/>
        </a:lt1>
        <a:dk2>
          <a:srgbClr val="BBE0E3"/>
        </a:dk2>
        <a:lt2>
          <a:srgbClr val="808080"/>
        </a:lt2>
        <a:accent1>
          <a:srgbClr val="01547C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02E3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006273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FFFFFF"/>
        </a:dk1>
        <a:lt1>
          <a:srgbClr val="008080"/>
        </a:lt1>
        <a:dk2>
          <a:srgbClr val="FFFFFF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27BDD8"/>
        </a:hlink>
        <a:folHlink>
          <a:srgbClr val="54B3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66CCFF"/>
        </a:hlink>
        <a:folHlink>
          <a:srgbClr val="FEED1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BFBBDB"/>
        </a:dk1>
        <a:lt1>
          <a:srgbClr val="666699"/>
        </a:lt1>
        <a:dk2>
          <a:srgbClr val="BFBBDB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01547C"/>
        </a:lt1>
        <a:dk2>
          <a:srgbClr val="BBE0E3"/>
        </a:dk2>
        <a:lt2>
          <a:srgbClr val="808080"/>
        </a:lt2>
        <a:accent1>
          <a:srgbClr val="01547C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02E3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1547C"/>
        </a:lt1>
        <a:dk2>
          <a:srgbClr val="BBE0E3"/>
        </a:dk2>
        <a:lt2>
          <a:srgbClr val="808080"/>
        </a:lt2>
        <a:accent1>
          <a:srgbClr val="01547C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02E3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Breitbild</PresentationFormat>
  <Paragraphs>72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18" baseType="lpstr">
      <vt:lpstr>Calibri</vt:lpstr>
      <vt:lpstr>Presentation</vt:lpstr>
      <vt:lpstr>COBOL und C</vt:lpstr>
      <vt:lpstr>C - Programm Teil 1</vt:lpstr>
      <vt:lpstr>C-Programm Teil 2</vt:lpstr>
      <vt:lpstr>C-Programm Teil 3</vt:lpstr>
      <vt:lpstr>C-Programm Teil 4</vt:lpstr>
      <vt:lpstr>COBOL-Unterprogramm Teil 1</vt:lpstr>
      <vt:lpstr>COBOL-Unterprogramm Teil 2</vt:lpstr>
      <vt:lpstr>Compilieren / Linken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Barchfeld, Andreas</cp:lastModifiedBy>
  <cp:revision>1</cp:revision>
  <dcterms:created xsi:type="dcterms:W3CDTF">2019-09-06T14:39:22Z</dcterms:created>
  <dcterms:modified xsi:type="dcterms:W3CDTF">2025-10-14T11:54:36Z</dcterms:modified>
</cp:coreProperties>
</file>