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2" r:id="rId3"/>
    <p:sldId id="258" r:id="rId4"/>
    <p:sldId id="259" r:id="rId5"/>
    <p:sldId id="268" r:id="rId6"/>
    <p:sldId id="272" r:id="rId7"/>
    <p:sldId id="269" r:id="rId8"/>
    <p:sldId id="260" r:id="rId9"/>
    <p:sldId id="271" r:id="rId10"/>
    <p:sldId id="257" r:id="rId11"/>
    <p:sldId id="261" r:id="rId12"/>
    <p:sldId id="274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32319A-08E3-4A37-99CF-73BCF3B5D437}" v="48" dt="2025-10-08T10:10:53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Kaiser" userId="46f1b9c0a80d5614" providerId="LiveId" clId="{19EB2EB4-C0B4-4B6F-BF4E-40D3E99C61F6}"/>
    <pc:docChg chg="undo redo custSel addSld delSld modSld sldOrd">
      <pc:chgData name="Fabian Kaiser" userId="46f1b9c0a80d5614" providerId="LiveId" clId="{19EB2EB4-C0B4-4B6F-BF4E-40D3E99C61F6}" dt="2025-10-08T10:35:27.010" v="1807" actId="1037"/>
      <pc:docMkLst>
        <pc:docMk/>
      </pc:docMkLst>
      <pc:sldChg chg="modSp">
        <pc:chgData name="Fabian Kaiser" userId="46f1b9c0a80d5614" providerId="LiveId" clId="{19EB2EB4-C0B4-4B6F-BF4E-40D3E99C61F6}" dt="2025-10-05T16:33:25.666" v="13"/>
        <pc:sldMkLst>
          <pc:docMk/>
          <pc:sldMk cId="2818942032" sldId="256"/>
        </pc:sldMkLst>
        <pc:spChg chg="mod">
          <ac:chgData name="Fabian Kaiser" userId="46f1b9c0a80d5614" providerId="LiveId" clId="{19EB2EB4-C0B4-4B6F-BF4E-40D3E99C61F6}" dt="2025-10-05T16:33:25.666" v="13"/>
          <ac:spMkLst>
            <pc:docMk/>
            <pc:sldMk cId="2818942032" sldId="256"/>
            <ac:spMk id="2" creationId="{C53C8F62-A803-7DC7-4B34-A3E77C1C0A1C}"/>
          </ac:spMkLst>
        </pc:spChg>
        <pc:spChg chg="mod">
          <ac:chgData name="Fabian Kaiser" userId="46f1b9c0a80d5614" providerId="LiveId" clId="{19EB2EB4-C0B4-4B6F-BF4E-40D3E99C61F6}" dt="2025-10-05T16:33:25.666" v="13"/>
          <ac:spMkLst>
            <pc:docMk/>
            <pc:sldMk cId="2818942032" sldId="256"/>
            <ac:spMk id="3" creationId="{5FD94AEA-A722-704D-49E6-D1A13570F26E}"/>
          </ac:spMkLst>
        </pc:spChg>
      </pc:sldChg>
      <pc:sldChg chg="addSp delSp modSp mod setBg setClrOvrMap">
        <pc:chgData name="Fabian Kaiser" userId="46f1b9c0a80d5614" providerId="LiveId" clId="{19EB2EB4-C0B4-4B6F-BF4E-40D3E99C61F6}" dt="2025-10-08T10:09:38.104" v="1790" actId="1036"/>
        <pc:sldMkLst>
          <pc:docMk/>
          <pc:sldMk cId="510627240" sldId="257"/>
        </pc:sldMkLst>
        <pc:picChg chg="add mod">
          <ac:chgData name="Fabian Kaiser" userId="46f1b9c0a80d5614" providerId="LiveId" clId="{19EB2EB4-C0B4-4B6F-BF4E-40D3E99C61F6}" dt="2025-10-08T08:51:26.730" v="41" actId="1076"/>
          <ac:picMkLst>
            <pc:docMk/>
            <pc:sldMk cId="510627240" sldId="257"/>
            <ac:picMk id="2" creationId="{66F21765-EF81-0986-370A-3FACB1C41009}"/>
          </ac:picMkLst>
        </pc:picChg>
        <pc:picChg chg="add mod">
          <ac:chgData name="Fabian Kaiser" userId="46f1b9c0a80d5614" providerId="LiveId" clId="{19EB2EB4-C0B4-4B6F-BF4E-40D3E99C61F6}" dt="2025-10-08T10:08:52.404" v="1747" actId="1076"/>
          <ac:picMkLst>
            <pc:docMk/>
            <pc:sldMk cId="510627240" sldId="257"/>
            <ac:picMk id="4" creationId="{90CE93EA-EF26-CE0C-641B-7343CCBDAC99}"/>
          </ac:picMkLst>
        </pc:picChg>
        <pc:picChg chg="mod">
          <ac:chgData name="Fabian Kaiser" userId="46f1b9c0a80d5614" providerId="LiveId" clId="{19EB2EB4-C0B4-4B6F-BF4E-40D3E99C61F6}" dt="2025-10-08T08:51:40.009" v="44" actId="1037"/>
          <ac:picMkLst>
            <pc:docMk/>
            <pc:sldMk cId="510627240" sldId="257"/>
            <ac:picMk id="5" creationId="{534C8F94-43E9-F1FF-B32F-2CC966494256}"/>
          </ac:picMkLst>
        </pc:picChg>
        <pc:picChg chg="add mod">
          <ac:chgData name="Fabian Kaiser" userId="46f1b9c0a80d5614" providerId="LiveId" clId="{19EB2EB4-C0B4-4B6F-BF4E-40D3E99C61F6}" dt="2025-10-08T10:09:38.104" v="1790" actId="1036"/>
          <ac:picMkLst>
            <pc:docMk/>
            <pc:sldMk cId="510627240" sldId="257"/>
            <ac:picMk id="6" creationId="{DE433FB2-4E08-E65B-3841-E564A96C057B}"/>
          </ac:picMkLst>
        </pc:picChg>
      </pc:sldChg>
      <pc:sldChg chg="addSp delSp modSp mod ord setBg">
        <pc:chgData name="Fabian Kaiser" userId="46f1b9c0a80d5614" providerId="LiveId" clId="{19EB2EB4-C0B4-4B6F-BF4E-40D3E99C61F6}" dt="2025-10-08T10:01:25.694" v="1712" actId="571"/>
        <pc:sldMkLst>
          <pc:docMk/>
          <pc:sldMk cId="2737779188" sldId="258"/>
        </pc:sldMkLst>
        <pc:spChg chg="add mod">
          <ac:chgData name="Fabian Kaiser" userId="46f1b9c0a80d5614" providerId="LiveId" clId="{19EB2EB4-C0B4-4B6F-BF4E-40D3E99C61F6}" dt="2025-10-08T10:00:50.769" v="1710" actId="14100"/>
          <ac:spMkLst>
            <pc:docMk/>
            <pc:sldMk cId="2737779188" sldId="258"/>
            <ac:spMk id="5" creationId="{B1EE5F9E-49FB-4540-9DAB-7E17A7EE4292}"/>
          </ac:spMkLst>
        </pc:spChg>
        <pc:spChg chg="add mod">
          <ac:chgData name="Fabian Kaiser" userId="46f1b9c0a80d5614" providerId="LiveId" clId="{19EB2EB4-C0B4-4B6F-BF4E-40D3E99C61F6}" dt="2025-10-08T10:01:25.694" v="1712" actId="571"/>
          <ac:spMkLst>
            <pc:docMk/>
            <pc:sldMk cId="2737779188" sldId="258"/>
            <ac:spMk id="7" creationId="{1821FA9E-34F9-456E-5BE9-EFD36717A10F}"/>
          </ac:spMkLst>
        </pc:spChg>
        <pc:picChg chg="del">
          <ac:chgData name="Fabian Kaiser" userId="46f1b9c0a80d5614" providerId="LiveId" clId="{19EB2EB4-C0B4-4B6F-BF4E-40D3E99C61F6}" dt="2025-10-08T08:51:05.779" v="38" actId="21"/>
          <ac:picMkLst>
            <pc:docMk/>
            <pc:sldMk cId="2737779188" sldId="258"/>
            <ac:picMk id="3" creationId="{86781113-A472-A95A-C839-B467BA2EF57D}"/>
          </ac:picMkLst>
        </pc:picChg>
        <pc:picChg chg="add mod">
          <ac:chgData name="Fabian Kaiser" userId="46f1b9c0a80d5614" providerId="LiveId" clId="{19EB2EB4-C0B4-4B6F-BF4E-40D3E99C61F6}" dt="2025-10-08T09:59:49.793" v="1706" actId="14100"/>
          <ac:picMkLst>
            <pc:docMk/>
            <pc:sldMk cId="2737779188" sldId="258"/>
            <ac:picMk id="4" creationId="{A7D7609F-782E-DCA0-DA87-44542439D595}"/>
          </ac:picMkLst>
        </pc:picChg>
        <pc:picChg chg="add mod">
          <ac:chgData name="Fabian Kaiser" userId="46f1b9c0a80d5614" providerId="LiveId" clId="{19EB2EB4-C0B4-4B6F-BF4E-40D3E99C61F6}" dt="2025-10-08T10:01:25.694" v="1712" actId="571"/>
          <ac:picMkLst>
            <pc:docMk/>
            <pc:sldMk cId="2737779188" sldId="258"/>
            <ac:picMk id="6" creationId="{9C4957FE-9F8B-AA8F-5F93-77AC7050B6DB}"/>
          </ac:picMkLst>
        </pc:picChg>
        <pc:picChg chg="mod modCrop">
          <ac:chgData name="Fabian Kaiser" userId="46f1b9c0a80d5614" providerId="LiveId" clId="{19EB2EB4-C0B4-4B6F-BF4E-40D3E99C61F6}" dt="2025-10-08T09:59:10.573" v="1703" actId="732"/>
          <ac:picMkLst>
            <pc:docMk/>
            <pc:sldMk cId="2737779188" sldId="258"/>
            <ac:picMk id="9" creationId="{70004D77-3991-2506-6899-BB48565D8A04}"/>
          </ac:picMkLst>
        </pc:picChg>
      </pc:sldChg>
      <pc:sldChg chg="addSp delSp modSp mod ord setBg">
        <pc:chgData name="Fabian Kaiser" userId="46f1b9c0a80d5614" providerId="LiveId" clId="{19EB2EB4-C0B4-4B6F-BF4E-40D3E99C61F6}" dt="2025-10-08T10:02:01.123" v="1721" actId="14100"/>
        <pc:sldMkLst>
          <pc:docMk/>
          <pc:sldMk cId="1574628102" sldId="259"/>
        </pc:sldMkLst>
        <pc:spChg chg="add mod">
          <ac:chgData name="Fabian Kaiser" userId="46f1b9c0a80d5614" providerId="LiveId" clId="{19EB2EB4-C0B4-4B6F-BF4E-40D3E99C61F6}" dt="2025-10-08T10:02:01.123" v="1721" actId="14100"/>
          <ac:spMkLst>
            <pc:docMk/>
            <pc:sldMk cId="1574628102" sldId="259"/>
            <ac:spMk id="3" creationId="{4ECD5459-78BF-AD35-4469-FD702B95120A}"/>
          </ac:spMkLst>
        </pc:spChg>
        <pc:picChg chg="add mod">
          <ac:chgData name="Fabian Kaiser" userId="46f1b9c0a80d5614" providerId="LiveId" clId="{19EB2EB4-C0B4-4B6F-BF4E-40D3E99C61F6}" dt="2025-10-08T10:01:46.681" v="1717" actId="14100"/>
          <ac:picMkLst>
            <pc:docMk/>
            <pc:sldMk cId="1574628102" sldId="259"/>
            <ac:picMk id="2" creationId="{59D1612D-6596-DE5F-641B-5F3CCEE4695B}"/>
          </ac:picMkLst>
        </pc:picChg>
        <pc:picChg chg="mod">
          <ac:chgData name="Fabian Kaiser" userId="46f1b9c0a80d5614" providerId="LiveId" clId="{19EB2EB4-C0B4-4B6F-BF4E-40D3E99C61F6}" dt="2025-10-08T10:01:39.462" v="1716" actId="14100"/>
          <ac:picMkLst>
            <pc:docMk/>
            <pc:sldMk cId="1574628102" sldId="259"/>
            <ac:picMk id="7" creationId="{82615924-FECF-413E-9329-7415C1BBE34D}"/>
          </ac:picMkLst>
        </pc:picChg>
      </pc:sldChg>
      <pc:sldChg chg="addSp delSp modSp mod ord setBg delDesignElem">
        <pc:chgData name="Fabian Kaiser" userId="46f1b9c0a80d5614" providerId="LiveId" clId="{19EB2EB4-C0B4-4B6F-BF4E-40D3E99C61F6}" dt="2025-10-08T10:06:11.203" v="1740" actId="1037"/>
        <pc:sldMkLst>
          <pc:docMk/>
          <pc:sldMk cId="1528669688" sldId="260"/>
        </pc:sldMkLst>
        <pc:picChg chg="add mod modCrop">
          <ac:chgData name="Fabian Kaiser" userId="46f1b9c0a80d5614" providerId="LiveId" clId="{19EB2EB4-C0B4-4B6F-BF4E-40D3E99C61F6}" dt="2025-10-08T10:06:11.203" v="1740" actId="1037"/>
          <ac:picMkLst>
            <pc:docMk/>
            <pc:sldMk cId="1528669688" sldId="260"/>
            <ac:picMk id="3" creationId="{94683DC7-6B84-7B13-67E1-8A4D93AA39C9}"/>
          </ac:picMkLst>
        </pc:picChg>
        <pc:picChg chg="mod">
          <ac:chgData name="Fabian Kaiser" userId="46f1b9c0a80d5614" providerId="LiveId" clId="{19EB2EB4-C0B4-4B6F-BF4E-40D3E99C61F6}" dt="2025-10-08T10:05:18.092" v="1732" actId="1035"/>
          <ac:picMkLst>
            <pc:docMk/>
            <pc:sldMk cId="1528669688" sldId="260"/>
            <ac:picMk id="6" creationId="{D3CB8B05-37B6-33A4-20F8-DD8AF3956E4C}"/>
          </ac:picMkLst>
        </pc:picChg>
      </pc:sldChg>
      <pc:sldChg chg="addSp delSp modSp add mod setBg">
        <pc:chgData name="Fabian Kaiser" userId="46f1b9c0a80d5614" providerId="LiveId" clId="{19EB2EB4-C0B4-4B6F-BF4E-40D3E99C61F6}" dt="2025-10-08T10:10:39.791" v="1795" actId="1076"/>
        <pc:sldMkLst>
          <pc:docMk/>
          <pc:sldMk cId="3160983704" sldId="261"/>
        </pc:sldMkLst>
        <pc:picChg chg="add mod">
          <ac:chgData name="Fabian Kaiser" userId="46f1b9c0a80d5614" providerId="LiveId" clId="{19EB2EB4-C0B4-4B6F-BF4E-40D3E99C61F6}" dt="2025-10-08T10:10:25.713" v="1793" actId="1076"/>
          <ac:picMkLst>
            <pc:docMk/>
            <pc:sldMk cId="3160983704" sldId="261"/>
            <ac:picMk id="3" creationId="{5AF24507-840C-5099-BD7E-7ECB5BD45020}"/>
          </ac:picMkLst>
        </pc:picChg>
        <pc:picChg chg="add mod">
          <ac:chgData name="Fabian Kaiser" userId="46f1b9c0a80d5614" providerId="LiveId" clId="{19EB2EB4-C0B4-4B6F-BF4E-40D3E99C61F6}" dt="2025-10-08T10:10:39.791" v="1795" actId="1076"/>
          <ac:picMkLst>
            <pc:docMk/>
            <pc:sldMk cId="3160983704" sldId="261"/>
            <ac:picMk id="4" creationId="{D35186CD-3E74-AF41-ECF4-BA4BD7F77C29}"/>
          </ac:picMkLst>
        </pc:picChg>
        <pc:picChg chg="add mod">
          <ac:chgData name="Fabian Kaiser" userId="46f1b9c0a80d5614" providerId="LiveId" clId="{19EB2EB4-C0B4-4B6F-BF4E-40D3E99C61F6}" dt="2025-10-08T10:10:17.132" v="1791" actId="1076"/>
          <ac:picMkLst>
            <pc:docMk/>
            <pc:sldMk cId="3160983704" sldId="261"/>
            <ac:picMk id="5" creationId="{E03DA0FE-947C-FAE3-96D8-694FFB00DDE0}"/>
          </ac:picMkLst>
        </pc:picChg>
      </pc:sldChg>
      <pc:sldChg chg="addSp delSp modSp new mod">
        <pc:chgData name="Fabian Kaiser" userId="46f1b9c0a80d5614" providerId="LiveId" clId="{19EB2EB4-C0B4-4B6F-BF4E-40D3E99C61F6}" dt="2025-10-08T09:47:29.256" v="1474" actId="1076"/>
        <pc:sldMkLst>
          <pc:docMk/>
          <pc:sldMk cId="1178761756" sldId="262"/>
        </pc:sldMkLst>
        <pc:spChg chg="mod">
          <ac:chgData name="Fabian Kaiser" userId="46f1b9c0a80d5614" providerId="LiveId" clId="{19EB2EB4-C0B4-4B6F-BF4E-40D3E99C61F6}" dt="2025-10-08T09:20:03.361" v="1201" actId="20577"/>
          <ac:spMkLst>
            <pc:docMk/>
            <pc:sldMk cId="1178761756" sldId="262"/>
            <ac:spMk id="2" creationId="{A0D06B28-66FE-5014-DA39-351EC296F4A1}"/>
          </ac:spMkLst>
        </pc:spChg>
        <pc:spChg chg="mod">
          <ac:chgData name="Fabian Kaiser" userId="46f1b9c0a80d5614" providerId="LiveId" clId="{19EB2EB4-C0B4-4B6F-BF4E-40D3E99C61F6}" dt="2025-10-08T09:45:22.813" v="1449"/>
          <ac:spMkLst>
            <pc:docMk/>
            <pc:sldMk cId="1178761756" sldId="262"/>
            <ac:spMk id="3" creationId="{81912B61-54DE-1D73-EA41-FEAE443785AF}"/>
          </ac:spMkLst>
        </pc:spChg>
        <pc:spChg chg="add mod">
          <ac:chgData name="Fabian Kaiser" userId="46f1b9c0a80d5614" providerId="LiveId" clId="{19EB2EB4-C0B4-4B6F-BF4E-40D3E99C61F6}" dt="2025-10-08T09:22:50.302" v="1288" actId="114"/>
          <ac:spMkLst>
            <pc:docMk/>
            <pc:sldMk cId="1178761756" sldId="262"/>
            <ac:spMk id="4" creationId="{F1F6E716-D12C-78F1-B97C-0B736A1CC813}"/>
          </ac:spMkLst>
        </pc:spChg>
        <pc:spChg chg="add del mod">
          <ac:chgData name="Fabian Kaiser" userId="46f1b9c0a80d5614" providerId="LiveId" clId="{19EB2EB4-C0B4-4B6F-BF4E-40D3E99C61F6}" dt="2025-10-08T09:25:46.516" v="1294" actId="11529"/>
          <ac:spMkLst>
            <pc:docMk/>
            <pc:sldMk cId="1178761756" sldId="262"/>
            <ac:spMk id="5" creationId="{997B074C-7FD4-1EA5-AD57-1AD0E1C0D45B}"/>
          </ac:spMkLst>
        </pc:spChg>
        <pc:spChg chg="add mod">
          <ac:chgData name="Fabian Kaiser" userId="46f1b9c0a80d5614" providerId="LiveId" clId="{19EB2EB4-C0B4-4B6F-BF4E-40D3E99C61F6}" dt="2025-10-08T09:45:28.918" v="1450" actId="14100"/>
          <ac:spMkLst>
            <pc:docMk/>
            <pc:sldMk cId="1178761756" sldId="262"/>
            <ac:spMk id="26" creationId="{F07E3C82-D2DB-152A-D45B-7030320EA370}"/>
          </ac:spMkLst>
        </pc:spChg>
        <pc:spChg chg="add mod">
          <ac:chgData name="Fabian Kaiser" userId="46f1b9c0a80d5614" providerId="LiveId" clId="{19EB2EB4-C0B4-4B6F-BF4E-40D3E99C61F6}" dt="2025-10-08T09:43:39.633" v="1446" actId="14100"/>
          <ac:spMkLst>
            <pc:docMk/>
            <pc:sldMk cId="1178761756" sldId="262"/>
            <ac:spMk id="27" creationId="{882E3CA7-D9A3-2913-51E0-01F8AB35C505}"/>
          </ac:spMkLst>
        </pc:spChg>
        <pc:cxnChg chg="add del mod">
          <ac:chgData name="Fabian Kaiser" userId="46f1b9c0a80d5614" providerId="LiveId" clId="{19EB2EB4-C0B4-4B6F-BF4E-40D3E99C61F6}" dt="2025-10-08T09:46:10.413" v="1457" actId="478"/>
          <ac:cxnSpMkLst>
            <pc:docMk/>
            <pc:sldMk cId="1178761756" sldId="262"/>
            <ac:cxnSpMk id="7" creationId="{12B987B0-99BB-5EF0-439D-B908F300D5E8}"/>
          </ac:cxnSpMkLst>
        </pc:cxnChg>
        <pc:cxnChg chg="add del">
          <ac:chgData name="Fabian Kaiser" userId="46f1b9c0a80d5614" providerId="LiveId" clId="{19EB2EB4-C0B4-4B6F-BF4E-40D3E99C61F6}" dt="2025-10-08T09:26:18.089" v="1298" actId="11529"/>
          <ac:cxnSpMkLst>
            <pc:docMk/>
            <pc:sldMk cId="1178761756" sldId="262"/>
            <ac:cxnSpMk id="9" creationId="{90D5AD6F-A82E-167C-98B8-4C78DFD67086}"/>
          </ac:cxnSpMkLst>
        </pc:cxnChg>
        <pc:cxnChg chg="add del mod">
          <ac:chgData name="Fabian Kaiser" userId="46f1b9c0a80d5614" providerId="LiveId" clId="{19EB2EB4-C0B4-4B6F-BF4E-40D3E99C61F6}" dt="2025-10-08T09:26:48.658" v="1302" actId="11529"/>
          <ac:cxnSpMkLst>
            <pc:docMk/>
            <pc:sldMk cId="1178761756" sldId="262"/>
            <ac:cxnSpMk id="11" creationId="{9CF31F28-5415-452F-69D4-1D5F76D6FA36}"/>
          </ac:cxnSpMkLst>
        </pc:cxnChg>
        <pc:cxnChg chg="add del mod">
          <ac:chgData name="Fabian Kaiser" userId="46f1b9c0a80d5614" providerId="LiveId" clId="{19EB2EB4-C0B4-4B6F-BF4E-40D3E99C61F6}" dt="2025-10-08T09:27:23.549" v="1306" actId="11529"/>
          <ac:cxnSpMkLst>
            <pc:docMk/>
            <pc:sldMk cId="1178761756" sldId="262"/>
            <ac:cxnSpMk id="14" creationId="{214A32AF-3CFB-F526-5E98-0CDFB7A33CAD}"/>
          </ac:cxnSpMkLst>
        </pc:cxnChg>
        <pc:cxnChg chg="add del mod">
          <ac:chgData name="Fabian Kaiser" userId="46f1b9c0a80d5614" providerId="LiveId" clId="{19EB2EB4-C0B4-4B6F-BF4E-40D3E99C61F6}" dt="2025-10-08T09:28:15.702" v="1318" actId="11529"/>
          <ac:cxnSpMkLst>
            <pc:docMk/>
            <pc:sldMk cId="1178761756" sldId="262"/>
            <ac:cxnSpMk id="17" creationId="{C8984802-BA8A-134D-633C-6633657DE6C5}"/>
          </ac:cxnSpMkLst>
        </pc:cxnChg>
        <pc:cxnChg chg="add mod">
          <ac:chgData name="Fabian Kaiser" userId="46f1b9c0a80d5614" providerId="LiveId" clId="{19EB2EB4-C0B4-4B6F-BF4E-40D3E99C61F6}" dt="2025-10-08T09:46:58.337" v="1468" actId="14100"/>
          <ac:cxnSpMkLst>
            <pc:docMk/>
            <pc:sldMk cId="1178761756" sldId="262"/>
            <ac:cxnSpMk id="22" creationId="{174BDE87-5498-E1F5-9A5C-2BDB40BA99B8}"/>
          </ac:cxnSpMkLst>
        </pc:cxnChg>
        <pc:cxnChg chg="add mod">
          <ac:chgData name="Fabian Kaiser" userId="46f1b9c0a80d5614" providerId="LiveId" clId="{19EB2EB4-C0B4-4B6F-BF4E-40D3E99C61F6}" dt="2025-10-08T09:47:29.256" v="1474" actId="1076"/>
          <ac:cxnSpMkLst>
            <pc:docMk/>
            <pc:sldMk cId="1178761756" sldId="262"/>
            <ac:cxnSpMk id="30" creationId="{8DAC8C70-8632-D4BF-0230-E845CD6D32A8}"/>
          </ac:cxnSpMkLst>
        </pc:cxnChg>
      </pc:sldChg>
      <pc:sldChg chg="add del">
        <pc:chgData name="Fabian Kaiser" userId="46f1b9c0a80d5614" providerId="LiveId" clId="{19EB2EB4-C0B4-4B6F-BF4E-40D3E99C61F6}" dt="2025-10-08T09:49:31.765" v="1502" actId="47"/>
        <pc:sldMkLst>
          <pc:docMk/>
          <pc:sldMk cId="1076073795" sldId="263"/>
        </pc:sldMkLst>
      </pc:sldChg>
      <pc:sldChg chg="add del">
        <pc:chgData name="Fabian Kaiser" userId="46f1b9c0a80d5614" providerId="LiveId" clId="{19EB2EB4-C0B4-4B6F-BF4E-40D3E99C61F6}" dt="2025-10-08T09:49:32.435" v="1503" actId="47"/>
        <pc:sldMkLst>
          <pc:docMk/>
          <pc:sldMk cId="568685161" sldId="264"/>
        </pc:sldMkLst>
      </pc:sldChg>
      <pc:sldChg chg="add del">
        <pc:chgData name="Fabian Kaiser" userId="46f1b9c0a80d5614" providerId="LiveId" clId="{19EB2EB4-C0B4-4B6F-BF4E-40D3E99C61F6}" dt="2025-10-08T09:49:32.898" v="1504" actId="47"/>
        <pc:sldMkLst>
          <pc:docMk/>
          <pc:sldMk cId="2941910484" sldId="265"/>
        </pc:sldMkLst>
      </pc:sldChg>
      <pc:sldChg chg="add del">
        <pc:chgData name="Fabian Kaiser" userId="46f1b9c0a80d5614" providerId="LiveId" clId="{19EB2EB4-C0B4-4B6F-BF4E-40D3E99C61F6}" dt="2025-10-08T09:49:33.520" v="1505" actId="47"/>
        <pc:sldMkLst>
          <pc:docMk/>
          <pc:sldMk cId="3674725082" sldId="266"/>
        </pc:sldMkLst>
      </pc:sldChg>
      <pc:sldChg chg="add del">
        <pc:chgData name="Fabian Kaiser" userId="46f1b9c0a80d5614" providerId="LiveId" clId="{19EB2EB4-C0B4-4B6F-BF4E-40D3E99C61F6}" dt="2025-10-08T09:49:34.302" v="1506" actId="47"/>
        <pc:sldMkLst>
          <pc:docMk/>
          <pc:sldMk cId="1884528301" sldId="267"/>
        </pc:sldMkLst>
      </pc:sldChg>
      <pc:sldChg chg="addSp delSp modSp add mod">
        <pc:chgData name="Fabian Kaiser" userId="46f1b9c0a80d5614" providerId="LiveId" clId="{19EB2EB4-C0B4-4B6F-BF4E-40D3E99C61F6}" dt="2025-10-08T09:49:41.280" v="1507" actId="14100"/>
        <pc:sldMkLst>
          <pc:docMk/>
          <pc:sldMk cId="312054891" sldId="268"/>
        </pc:sldMkLst>
        <pc:spChg chg="mod">
          <ac:chgData name="Fabian Kaiser" userId="46f1b9c0a80d5614" providerId="LiveId" clId="{19EB2EB4-C0B4-4B6F-BF4E-40D3E99C61F6}" dt="2025-10-08T09:48:07.339" v="1479" actId="207"/>
          <ac:spMkLst>
            <pc:docMk/>
            <pc:sldMk cId="312054891" sldId="268"/>
            <ac:spMk id="3" creationId="{D6FB7C42-F9A7-4335-F86C-672C11570BC8}"/>
          </ac:spMkLst>
        </pc:spChg>
        <pc:spChg chg="mod">
          <ac:chgData name="Fabian Kaiser" userId="46f1b9c0a80d5614" providerId="LiveId" clId="{19EB2EB4-C0B4-4B6F-BF4E-40D3E99C61F6}" dt="2025-10-08T09:37:30.353" v="1425" actId="207"/>
          <ac:spMkLst>
            <pc:docMk/>
            <pc:sldMk cId="312054891" sldId="268"/>
            <ac:spMk id="4" creationId="{1D079316-822C-35B9-EDF7-1D7004FD0191}"/>
          </ac:spMkLst>
        </pc:spChg>
        <pc:spChg chg="add mod">
          <ac:chgData name="Fabian Kaiser" userId="46f1b9c0a80d5614" providerId="LiveId" clId="{19EB2EB4-C0B4-4B6F-BF4E-40D3E99C61F6}" dt="2025-10-08T09:49:41.280" v="1507" actId="14100"/>
          <ac:spMkLst>
            <pc:docMk/>
            <pc:sldMk cId="312054891" sldId="268"/>
            <ac:spMk id="9" creationId="{6BCAE3D7-E1E4-89D0-D7C2-8F0175AB2F18}"/>
          </ac:spMkLst>
        </pc:spChg>
        <pc:spChg chg="add mod">
          <ac:chgData name="Fabian Kaiser" userId="46f1b9c0a80d5614" providerId="LiveId" clId="{19EB2EB4-C0B4-4B6F-BF4E-40D3E99C61F6}" dt="2025-10-08T09:38:02.621" v="1430"/>
          <ac:spMkLst>
            <pc:docMk/>
            <pc:sldMk cId="312054891" sldId="268"/>
            <ac:spMk id="10" creationId="{34AD3155-CA0F-82E6-C71E-E2B9B5B4C650}"/>
          </ac:spMkLst>
        </pc:spChg>
        <pc:spChg chg="mod">
          <ac:chgData name="Fabian Kaiser" userId="46f1b9c0a80d5614" providerId="LiveId" clId="{19EB2EB4-C0B4-4B6F-BF4E-40D3E99C61F6}" dt="2025-10-08T09:48:30.273" v="1481" actId="14100"/>
          <ac:spMkLst>
            <pc:docMk/>
            <pc:sldMk cId="312054891" sldId="268"/>
            <ac:spMk id="26" creationId="{74E0A7AB-84E6-D71B-4FBF-3D4E2E3B113E}"/>
          </ac:spMkLst>
        </pc:spChg>
        <pc:spChg chg="del mod">
          <ac:chgData name="Fabian Kaiser" userId="46f1b9c0a80d5614" providerId="LiveId" clId="{19EB2EB4-C0B4-4B6F-BF4E-40D3E99C61F6}" dt="2025-10-08T09:33:24.214" v="1416" actId="478"/>
          <ac:spMkLst>
            <pc:docMk/>
            <pc:sldMk cId="312054891" sldId="268"/>
            <ac:spMk id="27" creationId="{FE01B580-9B42-4A14-562C-F4B306E4CB1E}"/>
          </ac:spMkLst>
        </pc:spChg>
        <pc:cxnChg chg="del mod">
          <ac:chgData name="Fabian Kaiser" userId="46f1b9c0a80d5614" providerId="LiveId" clId="{19EB2EB4-C0B4-4B6F-BF4E-40D3E99C61F6}" dt="2025-10-08T09:48:59.534" v="1487" actId="478"/>
          <ac:cxnSpMkLst>
            <pc:docMk/>
            <pc:sldMk cId="312054891" sldId="268"/>
            <ac:cxnSpMk id="7" creationId="{19EFE2DD-0C34-1B68-7901-B01FED22A163}"/>
          </ac:cxnSpMkLst>
        </pc:cxnChg>
        <pc:cxnChg chg="add mod">
          <ac:chgData name="Fabian Kaiser" userId="46f1b9c0a80d5614" providerId="LiveId" clId="{19EB2EB4-C0B4-4B6F-BF4E-40D3E99C61F6}" dt="2025-10-08T09:49:18.240" v="1493" actId="1037"/>
          <ac:cxnSpMkLst>
            <pc:docMk/>
            <pc:sldMk cId="312054891" sldId="268"/>
            <ac:cxnSpMk id="13" creationId="{9A87AE60-55C4-3A0D-C959-2D30BC83BFCA}"/>
          </ac:cxnSpMkLst>
        </pc:cxnChg>
        <pc:cxnChg chg="del mod">
          <ac:chgData name="Fabian Kaiser" userId="46f1b9c0a80d5614" providerId="LiveId" clId="{19EB2EB4-C0B4-4B6F-BF4E-40D3E99C61F6}" dt="2025-10-08T09:48:51.116" v="1484" actId="478"/>
          <ac:cxnSpMkLst>
            <pc:docMk/>
            <pc:sldMk cId="312054891" sldId="268"/>
            <ac:cxnSpMk id="22" creationId="{3B2C0449-4367-F606-4BE8-EC1904E75DD3}"/>
          </ac:cxnSpMkLst>
        </pc:cxnChg>
      </pc:sldChg>
      <pc:sldChg chg="addSp delSp modSp add mod">
        <pc:chgData name="Fabian Kaiser" userId="46f1b9c0a80d5614" providerId="LiveId" clId="{19EB2EB4-C0B4-4B6F-BF4E-40D3E99C61F6}" dt="2025-10-08T09:54:47.349" v="1680" actId="20577"/>
        <pc:sldMkLst>
          <pc:docMk/>
          <pc:sldMk cId="133053059" sldId="269"/>
        </pc:sldMkLst>
        <pc:spChg chg="mod">
          <ac:chgData name="Fabian Kaiser" userId="46f1b9c0a80d5614" providerId="LiveId" clId="{19EB2EB4-C0B4-4B6F-BF4E-40D3E99C61F6}" dt="2025-10-08T09:50:19.418" v="1514" actId="207"/>
          <ac:spMkLst>
            <pc:docMk/>
            <pc:sldMk cId="133053059" sldId="269"/>
            <ac:spMk id="3" creationId="{4C89E874-D8C8-08F8-1F9C-34E7415DEC12}"/>
          </ac:spMkLst>
        </pc:spChg>
        <pc:spChg chg="mod">
          <ac:chgData name="Fabian Kaiser" userId="46f1b9c0a80d5614" providerId="LiveId" clId="{19EB2EB4-C0B4-4B6F-BF4E-40D3E99C61F6}" dt="2025-10-08T09:54:47.349" v="1680" actId="20577"/>
          <ac:spMkLst>
            <pc:docMk/>
            <pc:sldMk cId="133053059" sldId="269"/>
            <ac:spMk id="4" creationId="{E0723B5E-11C2-6DD4-CEB8-69829D25C82E}"/>
          </ac:spMkLst>
        </pc:spChg>
        <pc:spChg chg="del mod">
          <ac:chgData name="Fabian Kaiser" userId="46f1b9c0a80d5614" providerId="LiveId" clId="{19EB2EB4-C0B4-4B6F-BF4E-40D3E99C61F6}" dt="2025-10-08T09:50:11.767" v="1513" actId="478"/>
          <ac:spMkLst>
            <pc:docMk/>
            <pc:sldMk cId="133053059" sldId="269"/>
            <ac:spMk id="9" creationId="{73C85BDC-AD03-B400-936E-9AC67CB8D3AD}"/>
          </ac:spMkLst>
        </pc:spChg>
        <pc:spChg chg="mod">
          <ac:chgData name="Fabian Kaiser" userId="46f1b9c0a80d5614" providerId="LiveId" clId="{19EB2EB4-C0B4-4B6F-BF4E-40D3E99C61F6}" dt="2025-10-08T09:50:08.915" v="1511" actId="14100"/>
          <ac:spMkLst>
            <pc:docMk/>
            <pc:sldMk cId="133053059" sldId="269"/>
            <ac:spMk id="26" creationId="{165C502A-7A9B-8D77-E474-433AD0C0F7B6}"/>
          </ac:spMkLst>
        </pc:spChg>
        <pc:cxnChg chg="add mod">
          <ac:chgData name="Fabian Kaiser" userId="46f1b9c0a80d5614" providerId="LiveId" clId="{19EB2EB4-C0B4-4B6F-BF4E-40D3E99C61F6}" dt="2025-10-08T09:53:05.044" v="1552" actId="14100"/>
          <ac:cxnSpMkLst>
            <pc:docMk/>
            <pc:sldMk cId="133053059" sldId="269"/>
            <ac:cxnSpMk id="6" creationId="{B5C6F460-3CD6-5ED3-D587-CE8FDB32860A}"/>
          </ac:cxnSpMkLst>
        </pc:cxnChg>
        <pc:cxnChg chg="add mod">
          <ac:chgData name="Fabian Kaiser" userId="46f1b9c0a80d5614" providerId="LiveId" clId="{19EB2EB4-C0B4-4B6F-BF4E-40D3E99C61F6}" dt="2025-10-08T09:51:24.579" v="1532" actId="208"/>
          <ac:cxnSpMkLst>
            <pc:docMk/>
            <pc:sldMk cId="133053059" sldId="269"/>
            <ac:cxnSpMk id="10" creationId="{55451CD2-FE8F-F882-3313-2C133F71A534}"/>
          </ac:cxnSpMkLst>
        </pc:cxnChg>
        <pc:cxnChg chg="add mod">
          <ac:chgData name="Fabian Kaiser" userId="46f1b9c0a80d5614" providerId="LiveId" clId="{19EB2EB4-C0B4-4B6F-BF4E-40D3E99C61F6}" dt="2025-10-08T09:52:31.583" v="1539" actId="208"/>
          <ac:cxnSpMkLst>
            <pc:docMk/>
            <pc:sldMk cId="133053059" sldId="269"/>
            <ac:cxnSpMk id="12" creationId="{8F83747A-9823-EFF0-775F-972FD2BB03DC}"/>
          </ac:cxnSpMkLst>
        </pc:cxnChg>
        <pc:cxnChg chg="del mod">
          <ac:chgData name="Fabian Kaiser" userId="46f1b9c0a80d5614" providerId="LiveId" clId="{19EB2EB4-C0B4-4B6F-BF4E-40D3E99C61F6}" dt="2025-10-08T09:50:38.867" v="1518" actId="478"/>
          <ac:cxnSpMkLst>
            <pc:docMk/>
            <pc:sldMk cId="133053059" sldId="269"/>
            <ac:cxnSpMk id="13" creationId="{EEB489A5-09AC-9DC2-FE28-E533647CB312}"/>
          </ac:cxnSpMkLst>
        </pc:cxnChg>
      </pc:sldChg>
      <pc:sldChg chg="add del">
        <pc:chgData name="Fabian Kaiser" userId="46f1b9c0a80d5614" providerId="LiveId" clId="{19EB2EB4-C0B4-4B6F-BF4E-40D3E99C61F6}" dt="2025-10-08T09:49:28.705" v="1496" actId="47"/>
        <pc:sldMkLst>
          <pc:docMk/>
          <pc:sldMk cId="1476843777" sldId="269"/>
        </pc:sldMkLst>
      </pc:sldChg>
      <pc:sldChg chg="add del">
        <pc:chgData name="Fabian Kaiser" userId="46f1b9c0a80d5614" providerId="LiveId" clId="{19EB2EB4-C0B4-4B6F-BF4E-40D3E99C61F6}" dt="2025-10-08T09:55:20.395" v="1683" actId="47"/>
        <pc:sldMkLst>
          <pc:docMk/>
          <pc:sldMk cId="1921074584" sldId="270"/>
        </pc:sldMkLst>
      </pc:sldChg>
      <pc:sldChg chg="add del">
        <pc:chgData name="Fabian Kaiser" userId="46f1b9c0a80d5614" providerId="LiveId" clId="{19EB2EB4-C0B4-4B6F-BF4E-40D3E99C61F6}" dt="2025-10-08T09:49:29.278" v="1497" actId="47"/>
        <pc:sldMkLst>
          <pc:docMk/>
          <pc:sldMk cId="2549216504" sldId="270"/>
        </pc:sldMkLst>
      </pc:sldChg>
      <pc:sldChg chg="delSp modSp add mod">
        <pc:chgData name="Fabian Kaiser" userId="46f1b9c0a80d5614" providerId="LiveId" clId="{19EB2EB4-C0B4-4B6F-BF4E-40D3E99C61F6}" dt="2025-10-08T09:56:13.519" v="1690" actId="478"/>
        <pc:sldMkLst>
          <pc:docMk/>
          <pc:sldMk cId="205175323" sldId="271"/>
        </pc:sldMkLst>
        <pc:spChg chg="mod">
          <ac:chgData name="Fabian Kaiser" userId="46f1b9c0a80d5614" providerId="LiveId" clId="{19EB2EB4-C0B4-4B6F-BF4E-40D3E99C61F6}" dt="2025-10-08T09:55:56.845" v="1686" actId="207"/>
          <ac:spMkLst>
            <pc:docMk/>
            <pc:sldMk cId="205175323" sldId="271"/>
            <ac:spMk id="3" creationId="{A307F6DE-3C28-B678-3A95-27E90DECED4F}"/>
          </ac:spMkLst>
        </pc:spChg>
        <pc:spChg chg="mod">
          <ac:chgData name="Fabian Kaiser" userId="46f1b9c0a80d5614" providerId="LiveId" clId="{19EB2EB4-C0B4-4B6F-BF4E-40D3E99C61F6}" dt="2025-10-08T09:56:09.041" v="1687" actId="207"/>
          <ac:spMkLst>
            <pc:docMk/>
            <pc:sldMk cId="205175323" sldId="271"/>
            <ac:spMk id="4" creationId="{202C40A4-4AB9-16D5-FC75-B62243D64CF0}"/>
          </ac:spMkLst>
        </pc:spChg>
        <pc:spChg chg="del">
          <ac:chgData name="Fabian Kaiser" userId="46f1b9c0a80d5614" providerId="LiveId" clId="{19EB2EB4-C0B4-4B6F-BF4E-40D3E99C61F6}" dt="2025-10-08T09:55:25.270" v="1684" actId="478"/>
          <ac:spMkLst>
            <pc:docMk/>
            <pc:sldMk cId="205175323" sldId="271"/>
            <ac:spMk id="26" creationId="{F18836AB-BD93-BBA4-6F71-4B79EE9AC424}"/>
          </ac:spMkLst>
        </pc:spChg>
        <pc:cxnChg chg="del">
          <ac:chgData name="Fabian Kaiser" userId="46f1b9c0a80d5614" providerId="LiveId" clId="{19EB2EB4-C0B4-4B6F-BF4E-40D3E99C61F6}" dt="2025-10-08T09:56:12.578" v="1689" actId="478"/>
          <ac:cxnSpMkLst>
            <pc:docMk/>
            <pc:sldMk cId="205175323" sldId="271"/>
            <ac:cxnSpMk id="6" creationId="{AF07FA43-1045-A63B-A1C7-393A243A38CE}"/>
          </ac:cxnSpMkLst>
        </pc:cxnChg>
        <pc:cxnChg chg="del">
          <ac:chgData name="Fabian Kaiser" userId="46f1b9c0a80d5614" providerId="LiveId" clId="{19EB2EB4-C0B4-4B6F-BF4E-40D3E99C61F6}" dt="2025-10-08T09:56:11.033" v="1688" actId="478"/>
          <ac:cxnSpMkLst>
            <pc:docMk/>
            <pc:sldMk cId="205175323" sldId="271"/>
            <ac:cxnSpMk id="10" creationId="{95C12DA1-39FB-CD21-ED29-5FD7D03A6213}"/>
          </ac:cxnSpMkLst>
        </pc:cxnChg>
        <pc:cxnChg chg="del">
          <ac:chgData name="Fabian Kaiser" userId="46f1b9c0a80d5614" providerId="LiveId" clId="{19EB2EB4-C0B4-4B6F-BF4E-40D3E99C61F6}" dt="2025-10-08T09:56:13.519" v="1690" actId="478"/>
          <ac:cxnSpMkLst>
            <pc:docMk/>
            <pc:sldMk cId="205175323" sldId="271"/>
            <ac:cxnSpMk id="12" creationId="{4C53D039-D31B-A114-36A1-D495DA17ABFD}"/>
          </ac:cxnSpMkLst>
        </pc:cxnChg>
      </pc:sldChg>
      <pc:sldChg chg="add del">
        <pc:chgData name="Fabian Kaiser" userId="46f1b9c0a80d5614" providerId="LiveId" clId="{19EB2EB4-C0B4-4B6F-BF4E-40D3E99C61F6}" dt="2025-10-08T09:49:29.677" v="1498" actId="47"/>
        <pc:sldMkLst>
          <pc:docMk/>
          <pc:sldMk cId="2876024254" sldId="271"/>
        </pc:sldMkLst>
      </pc:sldChg>
      <pc:sldChg chg="add del">
        <pc:chgData name="Fabian Kaiser" userId="46f1b9c0a80d5614" providerId="LiveId" clId="{19EB2EB4-C0B4-4B6F-BF4E-40D3E99C61F6}" dt="2025-10-08T09:49:30.138" v="1499" actId="47"/>
        <pc:sldMkLst>
          <pc:docMk/>
          <pc:sldMk cId="3316680551" sldId="272"/>
        </pc:sldMkLst>
      </pc:sldChg>
      <pc:sldChg chg="addSp modSp add mod setBg">
        <pc:chgData name="Fabian Kaiser" userId="46f1b9c0a80d5614" providerId="LiveId" clId="{19EB2EB4-C0B4-4B6F-BF4E-40D3E99C61F6}" dt="2025-10-08T10:03:04.477" v="1725" actId="732"/>
        <pc:sldMkLst>
          <pc:docMk/>
          <pc:sldMk cId="3849240131" sldId="272"/>
        </pc:sldMkLst>
        <pc:spChg chg="add mod">
          <ac:chgData name="Fabian Kaiser" userId="46f1b9c0a80d5614" providerId="LiveId" clId="{19EB2EB4-C0B4-4B6F-BF4E-40D3E99C61F6}" dt="2025-10-08T09:58:58.605" v="1702" actId="208"/>
          <ac:spMkLst>
            <pc:docMk/>
            <pc:sldMk cId="3849240131" sldId="272"/>
            <ac:spMk id="2" creationId="{F455107B-1BCB-03AE-A43E-AD533FF86B95}"/>
          </ac:spMkLst>
        </pc:spChg>
        <pc:picChg chg="add mod modCrop">
          <ac:chgData name="Fabian Kaiser" userId="46f1b9c0a80d5614" providerId="LiveId" clId="{19EB2EB4-C0B4-4B6F-BF4E-40D3E99C61F6}" dt="2025-10-08T10:03:04.477" v="1725" actId="732"/>
          <ac:picMkLst>
            <pc:docMk/>
            <pc:sldMk cId="3849240131" sldId="272"/>
            <ac:picMk id="4" creationId="{0F84A69E-8EC0-3FAB-EF7B-582BEE1243B6}"/>
          </ac:picMkLst>
        </pc:picChg>
      </pc:sldChg>
      <pc:sldChg chg="addSp modSp add mod setBg addAnim">
        <pc:chgData name="Fabian Kaiser" userId="46f1b9c0a80d5614" providerId="LiveId" clId="{19EB2EB4-C0B4-4B6F-BF4E-40D3E99C61F6}" dt="2025-10-08T10:11:19.280" v="1799"/>
        <pc:sldMkLst>
          <pc:docMk/>
          <pc:sldMk cId="1221540943" sldId="273"/>
        </pc:sldMkLst>
        <pc:spChg chg="mod">
          <ac:chgData name="Fabian Kaiser" userId="46f1b9c0a80d5614" providerId="LiveId" clId="{19EB2EB4-C0B4-4B6F-BF4E-40D3E99C61F6}" dt="2025-10-08T10:11:19.268" v="1797" actId="26606"/>
          <ac:spMkLst>
            <pc:docMk/>
            <pc:sldMk cId="1221540943" sldId="273"/>
            <ac:spMk id="2" creationId="{FF664673-66FD-C0AD-66B5-46D479949E7B}"/>
          </ac:spMkLst>
        </pc:spChg>
        <pc:spChg chg="mod">
          <ac:chgData name="Fabian Kaiser" userId="46f1b9c0a80d5614" providerId="LiveId" clId="{19EB2EB4-C0B4-4B6F-BF4E-40D3E99C61F6}" dt="2025-10-08T10:11:19.268" v="1797" actId="26606"/>
          <ac:spMkLst>
            <pc:docMk/>
            <pc:sldMk cId="1221540943" sldId="273"/>
            <ac:spMk id="3" creationId="{D019F6A6-BCF8-F42B-C144-BAFC9B6F2193}"/>
          </ac:spMkLst>
        </pc:spChg>
        <pc:spChg chg="add">
          <ac:chgData name="Fabian Kaiser" userId="46f1b9c0a80d5614" providerId="LiveId" clId="{19EB2EB4-C0B4-4B6F-BF4E-40D3E99C61F6}" dt="2025-10-08T10:11:19.268" v="1797" actId="26606"/>
          <ac:spMkLst>
            <pc:docMk/>
            <pc:sldMk cId="1221540943" sldId="273"/>
            <ac:spMk id="9" creationId="{EFB0C39A-F8CA-4A79-AFFC-E9780FB1991A}"/>
          </ac:spMkLst>
        </pc:spChg>
        <pc:spChg chg="add">
          <ac:chgData name="Fabian Kaiser" userId="46f1b9c0a80d5614" providerId="LiveId" clId="{19EB2EB4-C0B4-4B6F-BF4E-40D3E99C61F6}" dt="2025-10-08T10:11:19.268" v="1797" actId="26606"/>
          <ac:spMkLst>
            <pc:docMk/>
            <pc:sldMk cId="1221540943" sldId="273"/>
            <ac:spMk id="11" creationId="{948C6639-F651-4D15-A695-E9D03BB2AEDE}"/>
          </ac:spMkLst>
        </pc:spChg>
        <pc:spChg chg="add">
          <ac:chgData name="Fabian Kaiser" userId="46f1b9c0a80d5614" providerId="LiveId" clId="{19EB2EB4-C0B4-4B6F-BF4E-40D3E99C61F6}" dt="2025-10-08T10:11:19.268" v="1797" actId="26606"/>
          <ac:spMkLst>
            <pc:docMk/>
            <pc:sldMk cId="1221540943" sldId="273"/>
            <ac:spMk id="13" creationId="{F8C1B9D8-212A-444E-B28D-25DA596183C9}"/>
          </ac:spMkLst>
        </pc:spChg>
        <pc:picChg chg="add">
          <ac:chgData name="Fabian Kaiser" userId="46f1b9c0a80d5614" providerId="LiveId" clId="{19EB2EB4-C0B4-4B6F-BF4E-40D3E99C61F6}" dt="2025-10-08T10:11:19.268" v="1797" actId="26606"/>
          <ac:picMkLst>
            <pc:docMk/>
            <pc:sldMk cId="1221540943" sldId="273"/>
            <ac:picMk id="5" creationId="{F7A2F614-CCB1-51AB-7E0A-5235CCD04843}"/>
          </ac:picMkLst>
        </pc:picChg>
      </pc:sldChg>
      <pc:sldChg chg="add del">
        <pc:chgData name="Fabian Kaiser" userId="46f1b9c0a80d5614" providerId="LiveId" clId="{19EB2EB4-C0B4-4B6F-BF4E-40D3E99C61F6}" dt="2025-10-08T09:49:30.600" v="1500" actId="47"/>
        <pc:sldMkLst>
          <pc:docMk/>
          <pc:sldMk cId="3840618082" sldId="273"/>
        </pc:sldMkLst>
      </pc:sldChg>
      <pc:sldChg chg="add del">
        <pc:chgData name="Fabian Kaiser" userId="46f1b9c0a80d5614" providerId="LiveId" clId="{19EB2EB4-C0B4-4B6F-BF4E-40D3E99C61F6}" dt="2025-10-08T09:49:31.142" v="1501" actId="47"/>
        <pc:sldMkLst>
          <pc:docMk/>
          <pc:sldMk cId="1351018427" sldId="274"/>
        </pc:sldMkLst>
      </pc:sldChg>
      <pc:sldChg chg="addSp delSp modSp new mod">
        <pc:chgData name="Fabian Kaiser" userId="46f1b9c0a80d5614" providerId="LiveId" clId="{19EB2EB4-C0B4-4B6F-BF4E-40D3E99C61F6}" dt="2025-10-08T10:35:27.010" v="1807" actId="1037"/>
        <pc:sldMkLst>
          <pc:docMk/>
          <pc:sldMk cId="3170759794" sldId="274"/>
        </pc:sldMkLst>
        <pc:spChg chg="del mod">
          <ac:chgData name="Fabian Kaiser" userId="46f1b9c0a80d5614" providerId="LiveId" clId="{19EB2EB4-C0B4-4B6F-BF4E-40D3E99C61F6}" dt="2025-10-08T10:35:18.100" v="1804" actId="478"/>
          <ac:spMkLst>
            <pc:docMk/>
            <pc:sldMk cId="3170759794" sldId="274"/>
            <ac:spMk id="2" creationId="{033068D7-B3D0-216C-5800-78F3E58C4638}"/>
          </ac:spMkLst>
        </pc:spChg>
        <pc:spChg chg="del mod">
          <ac:chgData name="Fabian Kaiser" userId="46f1b9c0a80d5614" providerId="LiveId" clId="{19EB2EB4-C0B4-4B6F-BF4E-40D3E99C61F6}" dt="2025-10-08T10:35:16.794" v="1802" actId="478"/>
          <ac:spMkLst>
            <pc:docMk/>
            <pc:sldMk cId="3170759794" sldId="274"/>
            <ac:spMk id="3" creationId="{38C288E5-83D5-DFD3-AEEC-A73D280C1427}"/>
          </ac:spMkLst>
        </pc:spChg>
        <pc:picChg chg="add mod">
          <ac:chgData name="Fabian Kaiser" userId="46f1b9c0a80d5614" providerId="LiveId" clId="{19EB2EB4-C0B4-4B6F-BF4E-40D3E99C61F6}" dt="2025-10-08T10:35:27.010" v="1807" actId="1037"/>
          <ac:picMkLst>
            <pc:docMk/>
            <pc:sldMk cId="3170759794" sldId="274"/>
            <ac:picMk id="5" creationId="{5E07756F-A537-3A54-A5C4-0CCD9DABDE41}"/>
          </ac:picMkLst>
        </pc:picChg>
      </pc:sldChg>
      <pc:sldChg chg="addSp modSp add del mod">
        <pc:chgData name="Fabian Kaiser" userId="46f1b9c0a80d5614" providerId="LiveId" clId="{19EB2EB4-C0B4-4B6F-BF4E-40D3E99C61F6}" dt="2025-10-08T09:49:27.254" v="1494" actId="47"/>
        <pc:sldMkLst>
          <pc:docMk/>
          <pc:sldMk cId="3372670824" sldId="275"/>
        </pc:sldMkLst>
        <pc:spChg chg="mod">
          <ac:chgData name="Fabian Kaiser" userId="46f1b9c0a80d5614" providerId="LiveId" clId="{19EB2EB4-C0B4-4B6F-BF4E-40D3E99C61F6}" dt="2025-10-08T09:38:37.702" v="1435" actId="207"/>
          <ac:spMkLst>
            <pc:docMk/>
            <pc:sldMk cId="3372670824" sldId="275"/>
            <ac:spMk id="3" creationId="{3F3A8957-582A-8B69-0A1F-EFF02CFE8CFD}"/>
          </ac:spMkLst>
        </pc:spChg>
        <pc:spChg chg="add mod">
          <ac:chgData name="Fabian Kaiser" userId="46f1b9c0a80d5614" providerId="LiveId" clId="{19EB2EB4-C0B4-4B6F-BF4E-40D3E99C61F6}" dt="2025-10-08T09:39:16.469" v="1437"/>
          <ac:spMkLst>
            <pc:docMk/>
            <pc:sldMk cId="3372670824" sldId="275"/>
            <ac:spMk id="5" creationId="{9113CEE4-D30D-8558-226A-A7A44C8F07CC}"/>
          </ac:spMkLst>
        </pc:spChg>
        <pc:spChg chg="mod">
          <ac:chgData name="Fabian Kaiser" userId="46f1b9c0a80d5614" providerId="LiveId" clId="{19EB2EB4-C0B4-4B6F-BF4E-40D3E99C61F6}" dt="2025-10-08T09:39:11.648" v="1436" actId="14100"/>
          <ac:spMkLst>
            <pc:docMk/>
            <pc:sldMk cId="3372670824" sldId="275"/>
            <ac:spMk id="9" creationId="{51C6F6C8-FFED-6151-5357-A85CA0119B02}"/>
          </ac:spMkLst>
        </pc:spChg>
        <pc:spChg chg="mod">
          <ac:chgData name="Fabian Kaiser" userId="46f1b9c0a80d5614" providerId="LiveId" clId="{19EB2EB4-C0B4-4B6F-BF4E-40D3E99C61F6}" dt="2025-10-08T09:38:28.367" v="1434" actId="14100"/>
          <ac:spMkLst>
            <pc:docMk/>
            <pc:sldMk cId="3372670824" sldId="275"/>
            <ac:spMk id="26" creationId="{AB335510-ADCA-C0B4-CBC6-8E62A5D3DDD4}"/>
          </ac:spMkLst>
        </pc:spChg>
      </pc:sldChg>
      <pc:sldChg chg="modSp add del mod">
        <pc:chgData name="Fabian Kaiser" userId="46f1b9c0a80d5614" providerId="LiveId" clId="{19EB2EB4-C0B4-4B6F-BF4E-40D3E99C61F6}" dt="2025-10-08T09:49:28.050" v="1495" actId="47"/>
        <pc:sldMkLst>
          <pc:docMk/>
          <pc:sldMk cId="3041758279" sldId="276"/>
        </pc:sldMkLst>
        <pc:spChg chg="mod">
          <ac:chgData name="Fabian Kaiser" userId="46f1b9c0a80d5614" providerId="LiveId" clId="{19EB2EB4-C0B4-4B6F-BF4E-40D3E99C61F6}" dt="2025-10-08T09:41:12.788" v="1445" actId="1076"/>
          <ac:spMkLst>
            <pc:docMk/>
            <pc:sldMk cId="3041758279" sldId="276"/>
            <ac:spMk id="9" creationId="{34F8C4E2-7608-961D-BB1A-F858CEB95FEC}"/>
          </ac:spMkLst>
        </pc:spChg>
        <pc:spChg chg="mod">
          <ac:chgData name="Fabian Kaiser" userId="46f1b9c0a80d5614" providerId="LiveId" clId="{19EB2EB4-C0B4-4B6F-BF4E-40D3E99C61F6}" dt="2025-10-08T09:41:11.706" v="1444" actId="1076"/>
          <ac:spMkLst>
            <pc:docMk/>
            <pc:sldMk cId="3041758279" sldId="276"/>
            <ac:spMk id="26" creationId="{56AEFC17-637D-320A-B2DE-1D72A3DCF6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675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517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5049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846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5458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82196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9938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1906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958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919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7128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E61BBE7-ABE1-4612-98FC-81C7610804CF}" type="datetimeFigureOut">
              <a:rPr lang="en-DE" smtClean="0"/>
              <a:t>08/10/2025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96D2A403-3649-4D23-A2F6-69113990642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4648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8F62-A803-7DC7-4B34-A3E77C1C0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power of Enums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94AEA-A722-704D-49E6-D1A13570F2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Template Techniques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18942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06B28-66FE-5014-DA39-351EC296F4A1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 err="1"/>
              <a:t>Überblick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12B61-54DE-1D73-EA41-FEAE44378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3937000" cy="5897562"/>
          </a:xfrm>
        </p:spPr>
        <p:txBody>
          <a:bodyPr vert="horz" anchor="ctr" anchorCtr="0"/>
          <a:lstStyle/>
          <a:p>
            <a:pPr marL="0" indent="0">
              <a:buNone/>
            </a:pPr>
            <a:r>
              <a:rPr lang="en-US" sz="3200" i="1" dirty="0"/>
              <a:t>Code</a:t>
            </a:r>
            <a:endParaRPr lang="en-US" i="1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Match Enum to Container holding Elements of diverse Types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Wrap Container in Class with Getters &amp; Setters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Static Checks between Enum, Container and any other connected Type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Templatizing functions by Enum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Statically check code to make sure all cases are 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Bonus: Contained Type Converter</a:t>
            </a:r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F1F6E716-D12C-78F1-B97C-0B736A1CC813}"/>
              </a:ext>
            </a:extLst>
          </p:cNvPr>
          <p:cNvSpPr txBox="1">
            <a:spLocks/>
          </p:cNvSpPr>
          <p:nvPr/>
        </p:nvSpPr>
        <p:spPr>
          <a:xfrm>
            <a:off x="4699000" y="381000"/>
            <a:ext cx="3949700" cy="5897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i="1" dirty="0" err="1"/>
              <a:t>Vorteile</a:t>
            </a:r>
            <a:endParaRPr lang="en-US" i="1" dirty="0"/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Callable by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Name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Index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Name, Index &amp; Type bound together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Dependent Types statically defined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Compile Errors when functions can be called in an unintended way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Functions can be easily augment to incorporate even more static control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Easy and safe expansion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74BDE87-5498-E1F5-9A5C-2BDB40BA99B8}"/>
              </a:ext>
            </a:extLst>
          </p:cNvPr>
          <p:cNvCxnSpPr>
            <a:cxnSpLocks/>
          </p:cNvCxnSpPr>
          <p:nvPr/>
        </p:nvCxnSpPr>
        <p:spPr>
          <a:xfrm>
            <a:off x="4187687" y="2014330"/>
            <a:ext cx="547201" cy="512417"/>
          </a:xfrm>
          <a:prstGeom prst="bentConnector3">
            <a:avLst>
              <a:gd name="adj1" fmla="val 6614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07E3C82-D2DB-152A-D45B-7030320EA370}"/>
              </a:ext>
            </a:extLst>
          </p:cNvPr>
          <p:cNvSpPr/>
          <p:nvPr/>
        </p:nvSpPr>
        <p:spPr>
          <a:xfrm>
            <a:off x="762000" y="2897814"/>
            <a:ext cx="3685210" cy="3127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2E3CA7-D9A3-2913-51E0-01F8AB35C505}"/>
              </a:ext>
            </a:extLst>
          </p:cNvPr>
          <p:cNvSpPr/>
          <p:nvPr/>
        </p:nvSpPr>
        <p:spPr>
          <a:xfrm>
            <a:off x="4734891" y="2953025"/>
            <a:ext cx="3795092" cy="31650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DAC8C70-8632-D4BF-0230-E845CD6D32A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64108" y="1643549"/>
            <a:ext cx="556591" cy="184970"/>
          </a:xfrm>
          <a:prstGeom prst="bentConnector3">
            <a:avLst>
              <a:gd name="adj1" fmla="val 1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76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F35DE-BD98-C952-03A6-02982B744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004D77-3991-2506-6899-BB48565D8A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801"/>
          <a:stretch>
            <a:fillRect/>
          </a:stretch>
        </p:blipFill>
        <p:spPr>
          <a:xfrm>
            <a:off x="0" y="0"/>
            <a:ext cx="11154116" cy="4854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D7609F-782E-DCA0-DA87-44542439D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8886"/>
            <a:ext cx="5580806" cy="19591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EE5F9E-49FB-4540-9DAB-7E17A7EE4292}"/>
              </a:ext>
            </a:extLst>
          </p:cNvPr>
          <p:cNvSpPr/>
          <p:nvPr/>
        </p:nvSpPr>
        <p:spPr>
          <a:xfrm>
            <a:off x="0" y="5477565"/>
            <a:ext cx="2601843" cy="6670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3777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31D2-9618-5303-3324-86914E7C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615924-FECF-413E-9329-7415C1BBE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8" y="-1"/>
            <a:ext cx="11224299" cy="40860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D1612D-6596-DE5F-641B-5F3CCEE46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713358"/>
            <a:ext cx="6109311" cy="214464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CD5459-78BF-AD35-4469-FD702B95120A}"/>
              </a:ext>
            </a:extLst>
          </p:cNvPr>
          <p:cNvSpPr/>
          <p:nvPr/>
        </p:nvSpPr>
        <p:spPr>
          <a:xfrm>
            <a:off x="0" y="6135757"/>
            <a:ext cx="3070087" cy="5654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462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D95D-5568-56AA-6F2B-A5EF810C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CB5E9-9BFB-B506-9FC4-BB1F90A8DCCE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 err="1"/>
              <a:t>Überblick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B7C42-F9A7-4335-F86C-672C11570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3937000" cy="5897562"/>
          </a:xfrm>
        </p:spPr>
        <p:txBody>
          <a:bodyPr vert="horz" anchor="ctr" anchorCtr="0"/>
          <a:lstStyle/>
          <a:p>
            <a:pPr marL="0" indent="0">
              <a:buNone/>
            </a:pPr>
            <a:r>
              <a:rPr lang="en-US" sz="3200" i="1" dirty="0"/>
              <a:t>Code</a:t>
            </a:r>
            <a:endParaRPr lang="en-US" i="1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Match Enum to Container holding Elements of diverse Types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Wrap Container in Class with Getters &amp; Setters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Static Checks between Enum, Container and any other connected Type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Templatizing functions by Enum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Statically check code to make sure all cases are 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Bonus: Contained Type Converter</a:t>
            </a:r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1D079316-822C-35B9-EDF7-1D7004FD0191}"/>
              </a:ext>
            </a:extLst>
          </p:cNvPr>
          <p:cNvSpPr txBox="1">
            <a:spLocks/>
          </p:cNvSpPr>
          <p:nvPr/>
        </p:nvSpPr>
        <p:spPr>
          <a:xfrm>
            <a:off x="4699000" y="381000"/>
            <a:ext cx="3949700" cy="5897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i="1" dirty="0" err="1"/>
              <a:t>Vorteile</a:t>
            </a:r>
            <a:endParaRPr lang="en-US" i="1" dirty="0"/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Callable by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Name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Index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Name, Index &amp; Type bound together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Dependent Types statically defined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Compile Errors when functions can be called in an unintended way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Functions can be easily augment to incorporate even more static control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Easy and safe expansion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E0A7AB-84E6-D71B-4FBF-3D4E2E3B113E}"/>
              </a:ext>
            </a:extLst>
          </p:cNvPr>
          <p:cNvSpPr/>
          <p:nvPr/>
        </p:nvSpPr>
        <p:spPr>
          <a:xfrm>
            <a:off x="761999" y="3810363"/>
            <a:ext cx="3774661" cy="2228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CAE3D7-E1E4-89D0-D7C2-8F0175AB2F18}"/>
              </a:ext>
            </a:extLst>
          </p:cNvPr>
          <p:cNvSpPr/>
          <p:nvPr/>
        </p:nvSpPr>
        <p:spPr>
          <a:xfrm>
            <a:off x="4711700" y="3758821"/>
            <a:ext cx="4099340" cy="2363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87AE60-55C4-3A0D-C959-2D30BC83BFCA}"/>
              </a:ext>
            </a:extLst>
          </p:cNvPr>
          <p:cNvCxnSpPr/>
          <p:nvPr/>
        </p:nvCxnSpPr>
        <p:spPr>
          <a:xfrm>
            <a:off x="4474819" y="3229113"/>
            <a:ext cx="2959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5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D7D7-D488-A975-4CA8-D89DD7C3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69118A-5499-D3AF-0A56-25A3DD126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54116" cy="5906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55107B-1BCB-03AE-A43E-AD533FF86B95}"/>
              </a:ext>
            </a:extLst>
          </p:cNvPr>
          <p:cNvSpPr/>
          <p:nvPr/>
        </p:nvSpPr>
        <p:spPr>
          <a:xfrm>
            <a:off x="0" y="4920974"/>
            <a:ext cx="11154116" cy="9850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4A69E-8EC0-3FAB-EF7B-582BEE1243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58"/>
          <a:stretch>
            <a:fillRect/>
          </a:stretch>
        </p:blipFill>
        <p:spPr>
          <a:xfrm>
            <a:off x="0" y="5989983"/>
            <a:ext cx="7160591" cy="86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40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A157-576D-7A95-AB75-A656EC6C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6D3566-32A9-EF3B-595A-D2973FF4A979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 err="1"/>
              <a:t>Überblick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9E874-D8C8-08F8-1F9C-34E7415DE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3937000" cy="5897562"/>
          </a:xfrm>
        </p:spPr>
        <p:txBody>
          <a:bodyPr vert="horz" anchor="ctr" anchorCtr="0"/>
          <a:lstStyle/>
          <a:p>
            <a:pPr marL="0" indent="0">
              <a:buNone/>
            </a:pPr>
            <a:r>
              <a:rPr lang="en-US" sz="3200" i="1" dirty="0"/>
              <a:t>Code</a:t>
            </a:r>
            <a:endParaRPr lang="en-US" i="1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Match Enum to Container holding Elements of diverse Types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Wrap Container in Class with Getters &amp; Setters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Static Checks between Enum, Container and any other connected Type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Templatizing functions by Enum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Statically check code to make sure all cases are 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Bonus: Contained Type Converter</a:t>
            </a:r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E0723B5E-11C2-6DD4-CEB8-69829D25C82E}"/>
              </a:ext>
            </a:extLst>
          </p:cNvPr>
          <p:cNvSpPr txBox="1">
            <a:spLocks/>
          </p:cNvSpPr>
          <p:nvPr/>
        </p:nvSpPr>
        <p:spPr>
          <a:xfrm>
            <a:off x="4699000" y="381000"/>
            <a:ext cx="3949700" cy="5897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i="1" dirty="0" err="1"/>
              <a:t>Vorteile</a:t>
            </a:r>
            <a:endParaRPr lang="en-US" i="1" dirty="0"/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Callable by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Name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Index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Name, Index &amp; Type bound together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Dependent Types statically defined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Functions constrained to the finite set of this Enum rather than to infinite possible Types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Functions can be easily augment to incorporate even more static control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/>
              <a:t>Easy and safe expansion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5C502A-7A9B-8D77-E474-433AD0C0F7B6}"/>
              </a:ext>
            </a:extLst>
          </p:cNvPr>
          <p:cNvSpPr/>
          <p:nvPr/>
        </p:nvSpPr>
        <p:spPr>
          <a:xfrm>
            <a:off x="761999" y="5437809"/>
            <a:ext cx="3774661" cy="600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5C6F460-3CD6-5ED3-D587-CE8FDB32860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286250" y="4141575"/>
            <a:ext cx="589718" cy="262288"/>
          </a:xfrm>
          <a:prstGeom prst="bentConnector3">
            <a:avLst>
              <a:gd name="adj1" fmla="val 10018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5451CD2-FE8F-F882-3313-2C133F71A534}"/>
              </a:ext>
            </a:extLst>
          </p:cNvPr>
          <p:cNvCxnSpPr/>
          <p:nvPr/>
        </p:nvCxnSpPr>
        <p:spPr>
          <a:xfrm>
            <a:off x="4187685" y="4541077"/>
            <a:ext cx="524566" cy="37989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F83747A-9823-EFF0-775F-972FD2BB03D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1493" y="5284470"/>
            <a:ext cx="1059235" cy="262285"/>
          </a:xfrm>
          <a:prstGeom prst="bentConnector3">
            <a:avLst>
              <a:gd name="adj1" fmla="val 9962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5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03DB4-C5D9-6EC6-701B-3D528FE9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CB8B05-37B6-33A4-20F8-DD8AF395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51" y="-53487"/>
            <a:ext cx="11282402" cy="47386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683DC7-6B84-7B13-67E1-8A4D93AA3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7"/>
          <a:stretch>
            <a:fillRect/>
          </a:stretch>
        </p:blipFill>
        <p:spPr>
          <a:xfrm>
            <a:off x="-13926" y="4632340"/>
            <a:ext cx="7380183" cy="222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6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4534-82A3-3E09-4D65-3CB80C6E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43D567-D807-4C1A-9C9F-AAAA3B1ADAC1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 err="1"/>
              <a:t>Überblick</a:t>
            </a:r>
            <a:endParaRPr lang="en-D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7F6DE-3C28-B678-3A95-27E90DECE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3937000" cy="5897562"/>
          </a:xfrm>
        </p:spPr>
        <p:txBody>
          <a:bodyPr vert="horz" anchor="ctr" anchorCtr="0"/>
          <a:lstStyle/>
          <a:p>
            <a:pPr marL="0" indent="0">
              <a:buNone/>
            </a:pPr>
            <a:r>
              <a:rPr lang="en-US" sz="3200" i="1" dirty="0"/>
              <a:t>Code</a:t>
            </a:r>
            <a:endParaRPr lang="en-US" i="1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Match Enum to Container holding Elements of diverse Types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Wrap Container in Class with Getters &amp; Setters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Static Checks between Enum, Container and any other connected Type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Templatizing functions by Enum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Statically check code to make sure all cases are 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Bonus: Contained Type Converter</a:t>
            </a:r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202C40A4-4AB9-16D5-FC75-B62243D64CF0}"/>
              </a:ext>
            </a:extLst>
          </p:cNvPr>
          <p:cNvSpPr txBox="1">
            <a:spLocks/>
          </p:cNvSpPr>
          <p:nvPr/>
        </p:nvSpPr>
        <p:spPr>
          <a:xfrm>
            <a:off x="4699000" y="381000"/>
            <a:ext cx="3949700" cy="5897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i="1" dirty="0" err="1"/>
              <a:t>Vorteile</a:t>
            </a:r>
            <a:endParaRPr lang="en-US" i="1" dirty="0"/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Callable by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Name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Index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Name, Index &amp; Type bound together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Dependent Types statically defined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Functions constrained to the finite set of this Enum rather than to infinite possible Types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Functions can be easily augment to incorporate even more static control</a:t>
            </a:r>
          </a:p>
          <a:p>
            <a:pPr>
              <a:buFont typeface="Century Schoolbook" panose="02040604050505020304" pitchFamily="18" charset="0"/>
              <a:buChar char="+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</a:rPr>
              <a:t>Easy and safe expansion</a:t>
            </a:r>
          </a:p>
        </p:txBody>
      </p:sp>
    </p:spTree>
    <p:extLst>
      <p:ext uri="{BB962C8B-B14F-4D97-AF65-F5344CB8AC3E}">
        <p14:creationId xmlns:p14="http://schemas.microsoft.com/office/powerpoint/2010/main" val="205175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4C8F94-43E9-F1FF-B32F-2CC966494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6" y="-63691"/>
            <a:ext cx="7587649" cy="63608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F21765-EF81-0986-370A-3FACB1C41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068" y="6297119"/>
            <a:ext cx="9772735" cy="5608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CE93EA-EF26-CE0C-641B-7343CCBDA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516" y="657456"/>
            <a:ext cx="6869470" cy="1700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433FB2-4E08-E65B-3841-E564A96C05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558"/>
          <a:stretch>
            <a:fillRect/>
          </a:stretch>
        </p:blipFill>
        <p:spPr>
          <a:xfrm>
            <a:off x="4818006" y="5651151"/>
            <a:ext cx="6458291" cy="7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27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B2E13-3780-8826-D7D7-009B3A770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F24507-840C-5099-BD7E-7ECB5BD45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8" y="636314"/>
            <a:ext cx="11205633" cy="577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3DA0FE-947C-FAE3-96D8-694FFB00D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8" y="2356793"/>
            <a:ext cx="4614333" cy="4466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5186CD-3E74-AF41-ECF4-BA4BD7F77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865" y="3180388"/>
            <a:ext cx="5506218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83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07756F-A537-3A54-A5C4-0CCD9DAB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42" y="413971"/>
            <a:ext cx="11269351" cy="557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59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18A84-A2B4-20F3-149D-D9841DB57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ne in a crowd">
            <a:extLst>
              <a:ext uri="{FF2B5EF4-FFF2-40B4-BE49-F238E27FC236}">
                <a16:creationId xmlns:a16="http://schemas.microsoft.com/office/drawing/2014/main" id="{F7A2F614-CCB1-51AB-7E0A-5235CCD048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734" b="17266"/>
          <a:stretch>
            <a:fillRect/>
          </a:stretch>
        </p:blipFill>
        <p:spPr>
          <a:xfrm>
            <a:off x="20" y="-2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64673-66FD-C0AD-66B5-46D479949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>
            <a:normAutofit/>
          </a:bodyPr>
          <a:lstStyle/>
          <a:p>
            <a:r>
              <a:rPr lang="en-US" dirty="0"/>
              <a:t>The power of Enums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9F6A6-BCF8-F42B-C144-BAFC9B6F2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Template Techniques</a:t>
            </a:r>
            <a:endParaRPr lang="en-DE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C6639-F651-4D15-A695-E9D03BB2A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1" y="0"/>
            <a:ext cx="457200" cy="6858000"/>
          </a:xfrm>
          <a:prstGeom prst="rect">
            <a:avLst/>
          </a:prstGeom>
          <a:solidFill>
            <a:srgbClr val="30303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C1B9D8-212A-444E-B28D-25DA59618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154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219</TotalTime>
  <Words>384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Schoolbook</vt:lpstr>
      <vt:lpstr>Wingdings</vt:lpstr>
      <vt:lpstr>Wingdings 2</vt:lpstr>
      <vt:lpstr>View</vt:lpstr>
      <vt:lpstr>The power of Enums</vt:lpstr>
      <vt:lpstr>Überblick</vt:lpstr>
      <vt:lpstr>PowerPoint Presentation</vt:lpstr>
      <vt:lpstr>PowerPoint Presentation</vt:lpstr>
      <vt:lpstr>Überblick</vt:lpstr>
      <vt:lpstr>PowerPoint Presentation</vt:lpstr>
      <vt:lpstr>Überblick</vt:lpstr>
      <vt:lpstr>PowerPoint Presentation</vt:lpstr>
      <vt:lpstr>Überblick</vt:lpstr>
      <vt:lpstr>PowerPoint Presentation</vt:lpstr>
      <vt:lpstr>PowerPoint Presentation</vt:lpstr>
      <vt:lpstr>PowerPoint Presentation</vt:lpstr>
      <vt:lpstr>The power of Enums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Kaiser</dc:creator>
  <cp:lastModifiedBy>Fabian Kaiser</cp:lastModifiedBy>
  <cp:revision>1</cp:revision>
  <dcterms:created xsi:type="dcterms:W3CDTF">2025-10-05T15:08:35Z</dcterms:created>
  <dcterms:modified xsi:type="dcterms:W3CDTF">2025-10-08T10:35:32Z</dcterms:modified>
</cp:coreProperties>
</file>